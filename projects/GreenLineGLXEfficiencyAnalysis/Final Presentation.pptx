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b51eb543d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b51eb543d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b51eb543d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b51eb543d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b51eb543d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b51eb543d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b51eb543d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b51eb543d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a8734649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a873464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a8734649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a8734649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8734649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a8734649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a8734649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a8734649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b51eb543d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b51eb543d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Analytics Final Project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Jakab, Ronan Hwang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Hypotheses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>
                <a:highlight>
                  <a:srgbClr val="FFFF00"/>
                </a:highlight>
              </a:rPr>
              <a:t>W</a:t>
            </a:r>
            <a:r>
              <a:rPr lang="en" sz="2400">
                <a:highlight>
                  <a:srgbClr val="FFFF00"/>
                </a:highlight>
              </a:rPr>
              <a:t>hat is unique about the Green Line Extension’s consistency across different times of day</a:t>
            </a:r>
            <a:endParaRPr sz="2400">
              <a:highlight>
                <a:srgbClr val="FFFF00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What is unique about trains going in different directions on the Green Line Extension relative to the rest of the green line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What is unique about the amount of time spent between stops at the Green Line Extension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System that analyzes average headways by station, time of day (with different buckets)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Flask and pandas backend reads raw CSVs, filters by month/direction/scope, and aggregates headways via groupby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Used Claude AI assistance in building both the backend and frontend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Findings: Uniqueness GLX Consistency 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At most hours of the day, the GLX has slightly lower headways than other stations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Difference is greatest n favor of GLX at 6:00-7:00 AM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The only time the GLX is less consistent than other trains is from 2:00 4:00 AM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Conclusion. GLX is generally more consistent than other trains especially at rush hour and with the exception of the early morning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with Data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#1: Missing Data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404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en" sz="2400">
                <a:solidFill>
                  <a:srgbClr val="000000"/>
                </a:solidFill>
              </a:rPr>
              <a:t>31% of </a:t>
            </a:r>
            <a:r>
              <a:rPr i="1" lang="en" sz="2400">
                <a:solidFill>
                  <a:srgbClr val="000000"/>
                </a:solidFill>
              </a:rPr>
              <a:t>headway_branch_seconds</a:t>
            </a:r>
            <a:r>
              <a:rPr lang="en" sz="2400">
                <a:solidFill>
                  <a:srgbClr val="000000"/>
                </a:solidFill>
              </a:rPr>
              <a:t> missing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en" sz="2400">
                <a:solidFill>
                  <a:srgbClr val="000000"/>
                </a:solidFill>
              </a:rPr>
              <a:t>29% of </a:t>
            </a:r>
            <a:r>
              <a:rPr i="1" lang="en" sz="2400">
                <a:solidFill>
                  <a:srgbClr val="000000"/>
                </a:solidFill>
              </a:rPr>
              <a:t>branch_route_id</a:t>
            </a:r>
            <a:r>
              <a:rPr lang="en" sz="2400">
                <a:solidFill>
                  <a:srgbClr val="000000"/>
                </a:solidFill>
              </a:rPr>
              <a:t> missing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en" sz="2400">
                <a:solidFill>
                  <a:srgbClr val="000000"/>
                </a:solidFill>
              </a:rPr>
              <a:t>Branch‑level comparisons become unreliable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975" y="990700"/>
            <a:ext cx="4302325" cy="31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#2: Undersampling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404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en" sz="2400">
                <a:solidFill>
                  <a:srgbClr val="000000"/>
                </a:solidFill>
              </a:rPr>
              <a:t>Low observations at </a:t>
            </a:r>
            <a:r>
              <a:rPr lang="en" sz="2400">
                <a:solidFill>
                  <a:srgbClr val="000000"/>
                </a:solidFill>
              </a:rPr>
              <a:t>Terminus &amp; near‑terminus stations 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en" sz="2400">
                <a:solidFill>
                  <a:srgbClr val="000000"/>
                </a:solidFill>
              </a:rPr>
              <a:t>Sparse stations disproportionately raise branch‑level standard deviations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en" sz="2400">
                <a:solidFill>
                  <a:srgbClr val="000000"/>
                </a:solidFill>
              </a:rPr>
              <a:t>Affects variability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175" y="663775"/>
            <a:ext cx="3419649" cy="164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3840" y="2571750"/>
            <a:ext cx="3266309" cy="242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#3: Lack of contextual variables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404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en" sz="2400">
                <a:solidFill>
                  <a:srgbClr val="000000"/>
                </a:solidFill>
              </a:rPr>
              <a:t>No scheduled headways, delay indicators, or disruption flags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en" sz="2400">
                <a:solidFill>
                  <a:srgbClr val="000000"/>
                </a:solidFill>
              </a:rPr>
              <a:t>Dataset cannot distinguish operational issues from measurement issues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6025" y="1152463"/>
            <a:ext cx="2865731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Most Important takeaways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The different ways the Green Line Extension to Tufts is unique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Experience of building a fullstack visual analytics system starting with hypotheses that we attempt to tackle via the system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