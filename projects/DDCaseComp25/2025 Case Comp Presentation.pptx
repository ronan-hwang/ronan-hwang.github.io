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Lst>
  <p:sldSz cy="5143500" cx="9144000"/>
  <p:notesSz cx="6858000" cy="9144000"/>
  <p:embeddedFontLst>
    <p:embeddedFont>
      <p:font typeface="Proxima Nova"/>
      <p:regular r:id="rId44"/>
      <p:bold r:id="rId45"/>
      <p:italic r:id="rId46"/>
      <p:boldItalic r:id="rId47"/>
    </p:embeddedFont>
    <p:embeddedFont>
      <p:font typeface="Alfa Slab One"/>
      <p:regular r:id="rId4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C03E4AA6-F105-4475-A2D8-1EF4BBB4246A}">
  <a:tblStyle styleId="{C03E4AA6-F105-4475-A2D8-1EF4BBB4246A}"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20" Type="http://schemas.openxmlformats.org/officeDocument/2006/relationships/slide" Target="slides/slide14.xml"/><Relationship Id="rId42" Type="http://schemas.openxmlformats.org/officeDocument/2006/relationships/slide" Target="slides/slide36.xml"/><Relationship Id="rId41" Type="http://schemas.openxmlformats.org/officeDocument/2006/relationships/slide" Target="slides/slide35.xml"/><Relationship Id="rId22" Type="http://schemas.openxmlformats.org/officeDocument/2006/relationships/slide" Target="slides/slide16.xml"/><Relationship Id="rId44" Type="http://schemas.openxmlformats.org/officeDocument/2006/relationships/font" Target="fonts/ProximaNova-regular.fntdata"/><Relationship Id="rId21" Type="http://schemas.openxmlformats.org/officeDocument/2006/relationships/slide" Target="slides/slide15.xml"/><Relationship Id="rId43" Type="http://schemas.openxmlformats.org/officeDocument/2006/relationships/slide" Target="slides/slide37.xml"/><Relationship Id="rId24" Type="http://schemas.openxmlformats.org/officeDocument/2006/relationships/slide" Target="slides/slide18.xml"/><Relationship Id="rId46" Type="http://schemas.openxmlformats.org/officeDocument/2006/relationships/font" Target="fonts/ProximaNova-italic.fntdata"/><Relationship Id="rId23" Type="http://schemas.openxmlformats.org/officeDocument/2006/relationships/slide" Target="slides/slide17.xml"/><Relationship Id="rId45" Type="http://schemas.openxmlformats.org/officeDocument/2006/relationships/font" Target="fonts/ProximaNova-bold.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slide" Target="slides/slide20.xml"/><Relationship Id="rId48" Type="http://schemas.openxmlformats.org/officeDocument/2006/relationships/font" Target="fonts/AlfaSlabOne-regular.fntdata"/><Relationship Id="rId25" Type="http://schemas.openxmlformats.org/officeDocument/2006/relationships/slide" Target="slides/slide19.xml"/><Relationship Id="rId47" Type="http://schemas.openxmlformats.org/officeDocument/2006/relationships/font" Target="fonts/ProximaNova-boldItalic.fntdata"/><Relationship Id="rId28" Type="http://schemas.openxmlformats.org/officeDocument/2006/relationships/slide" Target="slides/slide22.xml"/><Relationship Id="rId27" Type="http://schemas.openxmlformats.org/officeDocument/2006/relationships/slide" Target="slides/slide21.xml"/><Relationship Id="rId5" Type="http://schemas.openxmlformats.org/officeDocument/2006/relationships/slideMaster" Target="slideMasters/slideMaster1.xml"/><Relationship Id="rId6" Type="http://schemas.openxmlformats.org/officeDocument/2006/relationships/notesMaster" Target="notesMasters/notesMaster1.xml"/><Relationship Id="rId29" Type="http://schemas.openxmlformats.org/officeDocument/2006/relationships/slide" Target="slides/slide23.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11" Type="http://schemas.openxmlformats.org/officeDocument/2006/relationships/slide" Target="slides/slide5.xml"/><Relationship Id="rId33" Type="http://schemas.openxmlformats.org/officeDocument/2006/relationships/slide" Target="slides/slide27.xml"/><Relationship Id="rId10" Type="http://schemas.openxmlformats.org/officeDocument/2006/relationships/slide" Target="slides/slide4.xml"/><Relationship Id="rId32" Type="http://schemas.openxmlformats.org/officeDocument/2006/relationships/slide" Target="slides/slide26.xml"/><Relationship Id="rId13" Type="http://schemas.openxmlformats.org/officeDocument/2006/relationships/slide" Target="slides/slide7.xml"/><Relationship Id="rId35" Type="http://schemas.openxmlformats.org/officeDocument/2006/relationships/slide" Target="slides/slide29.xml"/><Relationship Id="rId12" Type="http://schemas.openxmlformats.org/officeDocument/2006/relationships/slide" Target="slides/slide6.xml"/><Relationship Id="rId34" Type="http://schemas.openxmlformats.org/officeDocument/2006/relationships/slide" Target="slides/slide28.xml"/><Relationship Id="rId15" Type="http://schemas.openxmlformats.org/officeDocument/2006/relationships/slide" Target="slides/slide9.xml"/><Relationship Id="rId37" Type="http://schemas.openxmlformats.org/officeDocument/2006/relationships/slide" Target="slides/slide31.xml"/><Relationship Id="rId14" Type="http://schemas.openxmlformats.org/officeDocument/2006/relationships/slide" Target="slides/slide8.xml"/><Relationship Id="rId36" Type="http://schemas.openxmlformats.org/officeDocument/2006/relationships/slide" Target="slides/slide30.xml"/><Relationship Id="rId17" Type="http://schemas.openxmlformats.org/officeDocument/2006/relationships/slide" Target="slides/slide11.xml"/><Relationship Id="rId39" Type="http://schemas.openxmlformats.org/officeDocument/2006/relationships/slide" Target="slides/slide33.xml"/><Relationship Id="rId16" Type="http://schemas.openxmlformats.org/officeDocument/2006/relationships/slide" Target="slides/slide10.xml"/><Relationship Id="rId38" Type="http://schemas.openxmlformats.org/officeDocument/2006/relationships/slide" Target="slides/slide32.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 name="Shape 52"/>
        <p:cNvGrpSpPr/>
        <p:nvPr/>
      </p:nvGrpSpPr>
      <p:grpSpPr>
        <a:xfrm>
          <a:off x="0" y="0"/>
          <a:ext cx="0" cy="0"/>
          <a:chOff x="0" y="0"/>
          <a:chExt cx="0" cy="0"/>
        </a:xfrm>
      </p:grpSpPr>
      <p:sp>
        <p:nvSpPr>
          <p:cNvPr id="53" name="Google Shape;53;g6afa106209_0_42: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4" name="Google Shape;54;g6afa106209_0_4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 name="Shape 60"/>
        <p:cNvGrpSpPr/>
        <p:nvPr/>
      </p:nvGrpSpPr>
      <p:grpSpPr>
        <a:xfrm>
          <a:off x="0" y="0"/>
          <a:ext cx="0" cy="0"/>
          <a:chOff x="0" y="0"/>
          <a:chExt cx="0" cy="0"/>
        </a:xfrm>
      </p:grpSpPr>
      <p:sp>
        <p:nvSpPr>
          <p:cNvPr id="61" name="Google Shape;61;g6b0cd0bb82_0_1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2" name="Google Shape;62;g6b0cd0bb82_0_1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800"/>
              <a:buNone/>
            </a:pPr>
            <a:r>
              <a:rPr lang="en"/>
              <a:t>C</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 name="Shape 68"/>
        <p:cNvGrpSpPr/>
        <p:nvPr/>
      </p:nvGrpSpPr>
      <p:grpSpPr>
        <a:xfrm>
          <a:off x="0" y="0"/>
          <a:ext cx="0" cy="0"/>
          <a:chOff x="0" y="0"/>
          <a:chExt cx="0" cy="0"/>
        </a:xfrm>
      </p:grpSpPr>
      <p:sp>
        <p:nvSpPr>
          <p:cNvPr id="69" name="Google Shape;69;g215d8645892_0_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0" name="Google Shape;70;g215d8645892_0_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 name="Shape 76"/>
        <p:cNvGrpSpPr/>
        <p:nvPr/>
      </p:nvGrpSpPr>
      <p:grpSpPr>
        <a:xfrm>
          <a:off x="0" y="0"/>
          <a:ext cx="0" cy="0"/>
          <a:chOff x="0" y="0"/>
          <a:chExt cx="0" cy="0"/>
        </a:xfrm>
      </p:grpSpPr>
      <p:sp>
        <p:nvSpPr>
          <p:cNvPr id="77" name="Google Shape;77;g215d8645892_0_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8" name="Google Shape;78;g215d8645892_0_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Chris: Using this pitch information</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 name="Shape 83"/>
        <p:cNvGrpSpPr/>
        <p:nvPr/>
      </p:nvGrpSpPr>
      <p:grpSpPr>
        <a:xfrm>
          <a:off x="0" y="0"/>
          <a:ext cx="0" cy="0"/>
          <a:chOff x="0" y="0"/>
          <a:chExt cx="0" cy="0"/>
        </a:xfrm>
      </p:grpSpPr>
      <p:sp>
        <p:nvSpPr>
          <p:cNvPr id="84" name="Google Shape;84;g215d8645892_0_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5" name="Google Shape;85;g215d8645892_0_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Chris: It is very possible in the near future all ball and strike calls will be done by ABS</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 name="Shape 91"/>
        <p:cNvGrpSpPr/>
        <p:nvPr/>
      </p:nvGrpSpPr>
      <p:grpSpPr>
        <a:xfrm>
          <a:off x="0" y="0"/>
          <a:ext cx="0" cy="0"/>
          <a:chOff x="0" y="0"/>
          <a:chExt cx="0" cy="0"/>
        </a:xfrm>
      </p:grpSpPr>
      <p:sp>
        <p:nvSpPr>
          <p:cNvPr id="92" name="Google Shape;92;g2170a22bf29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3" name="Google Shape;93;g2170a22bf29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Chris: According to UmpScorecard, ___</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 name="Shape 98"/>
        <p:cNvGrpSpPr/>
        <p:nvPr/>
      </p:nvGrpSpPr>
      <p:grpSpPr>
        <a:xfrm>
          <a:off x="0" y="0"/>
          <a:ext cx="0" cy="0"/>
          <a:chOff x="0" y="0"/>
          <a:chExt cx="0" cy="0"/>
        </a:xfrm>
      </p:grpSpPr>
      <p:sp>
        <p:nvSpPr>
          <p:cNvPr id="99" name="Google Shape;99;g2170a22bf29_2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0" name="Google Shape;100;g2170a22bf29_2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Chris</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g6b0cd0bb82_0_3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8" name="Google Shape;108;g6b0cd0bb82_0_3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800"/>
              <a:buNone/>
            </a:pPr>
            <a:r>
              <a:rPr lang="en"/>
              <a:t>Richard</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 name="Shape 114"/>
        <p:cNvGrpSpPr/>
        <p:nvPr/>
      </p:nvGrpSpPr>
      <p:grpSpPr>
        <a:xfrm>
          <a:off x="0" y="0"/>
          <a:ext cx="0" cy="0"/>
          <a:chOff x="0" y="0"/>
          <a:chExt cx="0" cy="0"/>
        </a:xfrm>
      </p:grpSpPr>
      <p:sp>
        <p:nvSpPr>
          <p:cNvPr id="115" name="Google Shape;115;g1197e920dda_4_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6" name="Google Shape;116;g1197e920dda_4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800"/>
              <a:buFont typeface="Arial"/>
              <a:buNone/>
            </a:pPr>
            <a:r>
              <a:rPr lang="en">
                <a:solidFill>
                  <a:schemeClr val="dk1"/>
                </a:solidFill>
              </a:rPr>
              <a:t>Richard</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 name="Shape 128"/>
        <p:cNvGrpSpPr/>
        <p:nvPr/>
      </p:nvGrpSpPr>
      <p:grpSpPr>
        <a:xfrm>
          <a:off x="0" y="0"/>
          <a:ext cx="0" cy="0"/>
          <a:chOff x="0" y="0"/>
          <a:chExt cx="0" cy="0"/>
        </a:xfrm>
      </p:grpSpPr>
      <p:sp>
        <p:nvSpPr>
          <p:cNvPr id="129" name="Google Shape;129;g6b0cd0bb82_0_2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0" name="Google Shape;130;g6b0cd0bb82_0_2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800"/>
              <a:buFont typeface="Arial"/>
              <a:buNone/>
            </a:pPr>
            <a:r>
              <a:rPr lang="en">
                <a:solidFill>
                  <a:schemeClr val="dk1"/>
                </a:solidFill>
              </a:rPr>
              <a:t>Richard</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 name="Shape 138"/>
        <p:cNvGrpSpPr/>
        <p:nvPr/>
      </p:nvGrpSpPr>
      <p:grpSpPr>
        <a:xfrm>
          <a:off x="0" y="0"/>
          <a:ext cx="0" cy="0"/>
          <a:chOff x="0" y="0"/>
          <a:chExt cx="0" cy="0"/>
        </a:xfrm>
      </p:grpSpPr>
      <p:sp>
        <p:nvSpPr>
          <p:cNvPr id="139" name="Google Shape;139;g1197e920dda_3_5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40" name="Google Shape;140;g1197e920dda_3_5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800"/>
              <a:buFont typeface="Arial"/>
              <a:buNone/>
            </a:pPr>
            <a:r>
              <a:rPr lang="en">
                <a:solidFill>
                  <a:schemeClr val="dk1"/>
                </a:solidFill>
              </a:rPr>
              <a:t>Richard</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 name="Shape 146"/>
        <p:cNvGrpSpPr/>
        <p:nvPr/>
      </p:nvGrpSpPr>
      <p:grpSpPr>
        <a:xfrm>
          <a:off x="0" y="0"/>
          <a:ext cx="0" cy="0"/>
          <a:chOff x="0" y="0"/>
          <a:chExt cx="0" cy="0"/>
        </a:xfrm>
      </p:grpSpPr>
      <p:sp>
        <p:nvSpPr>
          <p:cNvPr id="147" name="Google Shape;147;g215d8645892_0_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8" name="Google Shape;148;g215d8645892_0_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800"/>
              <a:buFont typeface="Arial"/>
              <a:buNone/>
            </a:pPr>
            <a:r>
              <a:rPr lang="en">
                <a:solidFill>
                  <a:schemeClr val="dk1"/>
                </a:solidFill>
              </a:rPr>
              <a:t>Richard</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g1197e920dda_3_1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57" name="Google Shape;157;g1197e920dda_3_1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800"/>
              <a:buNone/>
            </a:pPr>
            <a:r>
              <a:rPr lang="en"/>
              <a:t>Brendan</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g2170a22bf29_2_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6" name="Google Shape;166;g2170a22bf29_2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Brendan</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 name="Shape 172"/>
        <p:cNvGrpSpPr/>
        <p:nvPr/>
      </p:nvGrpSpPr>
      <p:grpSpPr>
        <a:xfrm>
          <a:off x="0" y="0"/>
          <a:ext cx="0" cy="0"/>
          <a:chOff x="0" y="0"/>
          <a:chExt cx="0" cy="0"/>
        </a:xfrm>
      </p:grpSpPr>
      <p:sp>
        <p:nvSpPr>
          <p:cNvPr id="173" name="Google Shape;173;g215d8645892_3_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4" name="Google Shape;174;g215d8645892_3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Brendan</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0" name="Shape 180"/>
        <p:cNvGrpSpPr/>
        <p:nvPr/>
      </p:nvGrpSpPr>
      <p:grpSpPr>
        <a:xfrm>
          <a:off x="0" y="0"/>
          <a:ext cx="0" cy="0"/>
          <a:chOff x="0" y="0"/>
          <a:chExt cx="0" cy="0"/>
        </a:xfrm>
      </p:grpSpPr>
      <p:sp>
        <p:nvSpPr>
          <p:cNvPr id="181" name="Google Shape;181;g2170a22bf29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2" name="Google Shape;182;g2170a22bf29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Brendan</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 name="Shape 189"/>
        <p:cNvGrpSpPr/>
        <p:nvPr/>
      </p:nvGrpSpPr>
      <p:grpSpPr>
        <a:xfrm>
          <a:off x="0" y="0"/>
          <a:ext cx="0" cy="0"/>
          <a:chOff x="0" y="0"/>
          <a:chExt cx="0" cy="0"/>
        </a:xfrm>
      </p:grpSpPr>
      <p:sp>
        <p:nvSpPr>
          <p:cNvPr id="190" name="Google Shape;190;g215d8645892_1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1" name="Google Shape;191;g215d8645892_1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Brendan</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6" name="Shape 196"/>
        <p:cNvGrpSpPr/>
        <p:nvPr/>
      </p:nvGrpSpPr>
      <p:grpSpPr>
        <a:xfrm>
          <a:off x="0" y="0"/>
          <a:ext cx="0" cy="0"/>
          <a:chOff x="0" y="0"/>
          <a:chExt cx="0" cy="0"/>
        </a:xfrm>
      </p:grpSpPr>
      <p:sp>
        <p:nvSpPr>
          <p:cNvPr id="197" name="Google Shape;197;g119d0474228_0_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98" name="Google Shape;198;g119d0474228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800"/>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1" name="Shape 221"/>
        <p:cNvGrpSpPr/>
        <p:nvPr/>
      </p:nvGrpSpPr>
      <p:grpSpPr>
        <a:xfrm>
          <a:off x="0" y="0"/>
          <a:ext cx="0" cy="0"/>
          <a:chOff x="0" y="0"/>
          <a:chExt cx="0" cy="0"/>
        </a:xfrm>
      </p:grpSpPr>
      <p:sp>
        <p:nvSpPr>
          <p:cNvPr id="222" name="Google Shape;222;g215b570f6f9_1_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23" name="Google Shape;223;g215b570f6f9_1_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800"/>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9" name="Shape 229"/>
        <p:cNvGrpSpPr/>
        <p:nvPr/>
      </p:nvGrpSpPr>
      <p:grpSpPr>
        <a:xfrm>
          <a:off x="0" y="0"/>
          <a:ext cx="0" cy="0"/>
          <a:chOff x="0" y="0"/>
          <a:chExt cx="0" cy="0"/>
        </a:xfrm>
      </p:grpSpPr>
      <p:sp>
        <p:nvSpPr>
          <p:cNvPr id="230" name="Google Shape;230;g2170a22bf29_2_1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31" name="Google Shape;231;g2170a22bf29_2_1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800"/>
              <a:buNone/>
            </a:pPr>
            <a:r>
              <a:rPr lang="en"/>
              <a:t>Ben</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8" name="Shape 238"/>
        <p:cNvGrpSpPr/>
        <p:nvPr/>
      </p:nvGrpSpPr>
      <p:grpSpPr>
        <a:xfrm>
          <a:off x="0" y="0"/>
          <a:ext cx="0" cy="0"/>
          <a:chOff x="0" y="0"/>
          <a:chExt cx="0" cy="0"/>
        </a:xfrm>
      </p:grpSpPr>
      <p:sp>
        <p:nvSpPr>
          <p:cNvPr id="239" name="Google Shape;239;g215d8645892_0_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0" name="Google Shape;240;g215d8645892_0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800"/>
              <a:buFont typeface="Arial"/>
              <a:buNone/>
            </a:pPr>
            <a:r>
              <a:rPr lang="en">
                <a:solidFill>
                  <a:schemeClr val="dk1"/>
                </a:solidFill>
              </a:rPr>
              <a:t>Ben</a:t>
            </a:r>
            <a:endParaRPr>
              <a:solidFill>
                <a:schemeClr val="dk1"/>
              </a:solidFill>
            </a:endParaRPr>
          </a:p>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7" name="Shape 247"/>
        <p:cNvGrpSpPr/>
        <p:nvPr/>
      </p:nvGrpSpPr>
      <p:grpSpPr>
        <a:xfrm>
          <a:off x="0" y="0"/>
          <a:ext cx="0" cy="0"/>
          <a:chOff x="0" y="0"/>
          <a:chExt cx="0" cy="0"/>
        </a:xfrm>
      </p:grpSpPr>
      <p:sp>
        <p:nvSpPr>
          <p:cNvPr id="248" name="Google Shape;248;g215b570f6f9_2_3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49" name="Google Shape;249;g215b570f6f9_2_3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800"/>
              <a:buFont typeface="Arial"/>
              <a:buNone/>
            </a:pPr>
            <a:r>
              <a:rPr lang="en">
                <a:solidFill>
                  <a:schemeClr val="dk1"/>
                </a:solidFill>
              </a:rPr>
              <a:t>Ben</a:t>
            </a:r>
            <a:endParaRPr>
              <a:solidFill>
                <a:schemeClr val="dk1"/>
              </a:solidFill>
            </a:endParaRPr>
          </a:p>
          <a:p>
            <a:pPr indent="0" lvl="0" marL="0" rtl="0" algn="l">
              <a:lnSpc>
                <a:spcPct val="100000"/>
              </a:lnSpc>
              <a:spcBef>
                <a:spcPts val="0"/>
              </a:spcBef>
              <a:spcAft>
                <a:spcPts val="0"/>
              </a:spcAft>
              <a:buSzPts val="1800"/>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5" name="Shape 255"/>
        <p:cNvGrpSpPr/>
        <p:nvPr/>
      </p:nvGrpSpPr>
      <p:grpSpPr>
        <a:xfrm>
          <a:off x="0" y="0"/>
          <a:ext cx="0" cy="0"/>
          <a:chOff x="0" y="0"/>
          <a:chExt cx="0" cy="0"/>
        </a:xfrm>
      </p:grpSpPr>
      <p:sp>
        <p:nvSpPr>
          <p:cNvPr id="256" name="Google Shape;256;g21689474166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7" name="Google Shape;257;g21689474166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800"/>
              <a:buFont typeface="Arial"/>
              <a:buNone/>
            </a:pPr>
            <a:r>
              <a:rPr lang="en">
                <a:solidFill>
                  <a:schemeClr val="dk1"/>
                </a:solidFill>
              </a:rPr>
              <a:t>Ben</a:t>
            </a:r>
            <a:endParaRPr>
              <a:solidFill>
                <a:schemeClr val="dk1"/>
              </a:solidFill>
            </a:endParaRPr>
          </a:p>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4" name="Shape 264"/>
        <p:cNvGrpSpPr/>
        <p:nvPr/>
      </p:nvGrpSpPr>
      <p:grpSpPr>
        <a:xfrm>
          <a:off x="0" y="0"/>
          <a:ext cx="0" cy="0"/>
          <a:chOff x="0" y="0"/>
          <a:chExt cx="0" cy="0"/>
        </a:xfrm>
      </p:grpSpPr>
      <p:sp>
        <p:nvSpPr>
          <p:cNvPr id="265" name="Google Shape;265;g21689474166_0_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6" name="Google Shape;266;g21689474166_0_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800"/>
              <a:buFont typeface="Arial"/>
              <a:buNone/>
            </a:pPr>
            <a:r>
              <a:rPr lang="en">
                <a:solidFill>
                  <a:schemeClr val="dk1"/>
                </a:solidFill>
              </a:rPr>
              <a:t>Ben</a:t>
            </a:r>
            <a:endParaRPr>
              <a:solidFill>
                <a:schemeClr val="dk1"/>
              </a:solidFill>
            </a:endParaRPr>
          </a:p>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3" name="Shape 273"/>
        <p:cNvGrpSpPr/>
        <p:nvPr/>
      </p:nvGrpSpPr>
      <p:grpSpPr>
        <a:xfrm>
          <a:off x="0" y="0"/>
          <a:ext cx="0" cy="0"/>
          <a:chOff x="0" y="0"/>
          <a:chExt cx="0" cy="0"/>
        </a:xfrm>
      </p:grpSpPr>
      <p:sp>
        <p:nvSpPr>
          <p:cNvPr id="274" name="Google Shape;274;g21689474166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5" name="Google Shape;275;g21689474166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800"/>
              <a:buFont typeface="Arial"/>
              <a:buNone/>
            </a:pPr>
            <a:r>
              <a:rPr lang="en">
                <a:solidFill>
                  <a:schemeClr val="dk1"/>
                </a:solidFill>
              </a:rPr>
              <a:t>Ben</a:t>
            </a:r>
            <a:endParaRPr>
              <a:solidFill>
                <a:schemeClr val="dk1"/>
              </a:solidFill>
            </a:endParaRPr>
          </a:p>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7" name="Shape 297"/>
        <p:cNvGrpSpPr/>
        <p:nvPr/>
      </p:nvGrpSpPr>
      <p:grpSpPr>
        <a:xfrm>
          <a:off x="0" y="0"/>
          <a:ext cx="0" cy="0"/>
          <a:chOff x="0" y="0"/>
          <a:chExt cx="0" cy="0"/>
        </a:xfrm>
      </p:grpSpPr>
      <p:sp>
        <p:nvSpPr>
          <p:cNvPr id="298" name="Google Shape;298;g2170a22bf29_1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9" name="Google Shape;299;g2170a22bf29_1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800"/>
              <a:buFont typeface="Arial"/>
              <a:buNone/>
            </a:pPr>
            <a:r>
              <a:rPr lang="en">
                <a:solidFill>
                  <a:schemeClr val="dk1"/>
                </a:solidFill>
              </a:rPr>
              <a:t>Ben</a:t>
            </a:r>
            <a:endParaRPr>
              <a:solidFill>
                <a:schemeClr val="dk1"/>
              </a:solidFill>
            </a:endParaRPr>
          </a:p>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6" name="Shape 306"/>
        <p:cNvGrpSpPr/>
        <p:nvPr/>
      </p:nvGrpSpPr>
      <p:grpSpPr>
        <a:xfrm>
          <a:off x="0" y="0"/>
          <a:ext cx="0" cy="0"/>
          <a:chOff x="0" y="0"/>
          <a:chExt cx="0" cy="0"/>
        </a:xfrm>
      </p:grpSpPr>
      <p:sp>
        <p:nvSpPr>
          <p:cNvPr id="307" name="Google Shape;307;g21689474166_2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8" name="Google Shape;308;g21689474166_2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95000"/>
              </a:lnSpc>
              <a:spcBef>
                <a:spcPts val="0"/>
              </a:spcBef>
              <a:spcAft>
                <a:spcPts val="0"/>
              </a:spcAft>
              <a:buNone/>
            </a:pPr>
            <a:r>
              <a:rPr lang="en" sz="1560">
                <a:solidFill>
                  <a:srgbClr val="666666"/>
                </a:solidFill>
                <a:latin typeface="Proxima Nova"/>
                <a:ea typeface="Proxima Nova"/>
                <a:cs typeface="Proxima Nova"/>
                <a:sym typeface="Proxima Nova"/>
              </a:rPr>
              <a:t>Cabrera and Falefa’s mistakes cancel each other out, since one harmed the team and one hurt the team to similar degrees in successive plate appearances</a:t>
            </a:r>
            <a:endParaRPr sz="1560">
              <a:solidFill>
                <a:srgbClr val="666666"/>
              </a:solidFill>
              <a:latin typeface="Proxima Nova"/>
              <a:ea typeface="Proxima Nova"/>
              <a:cs typeface="Proxima Nova"/>
              <a:sym typeface="Proxima Nova"/>
            </a:endParaRPr>
          </a:p>
          <a:p>
            <a:pPr indent="0" lvl="0" marL="0" rtl="0" algn="l">
              <a:spcBef>
                <a:spcPts val="1200"/>
              </a:spcBef>
              <a:spcAft>
                <a:spcPts val="0"/>
              </a:spcAft>
              <a:buClr>
                <a:schemeClr val="dk1"/>
              </a:buClr>
              <a:buSzPts val="1800"/>
              <a:buFont typeface="Arial"/>
              <a:buNone/>
            </a:pPr>
            <a:r>
              <a:rPr lang="en">
                <a:solidFill>
                  <a:schemeClr val="dk1"/>
                </a:solidFill>
              </a:rPr>
              <a:t>Ben</a:t>
            </a:r>
            <a:endParaRPr>
              <a:solidFill>
                <a:schemeClr val="dk1"/>
              </a:solidFill>
            </a:endParaRPr>
          </a:p>
          <a:p>
            <a:pPr indent="0" lvl="0" marL="0" rtl="0" algn="l">
              <a:lnSpc>
                <a:spcPct val="95000"/>
              </a:lnSpc>
              <a:spcBef>
                <a:spcPts val="0"/>
              </a:spcBef>
              <a:spcAft>
                <a:spcPts val="1200"/>
              </a:spcAft>
              <a:buNone/>
            </a:pPr>
            <a:r>
              <a:t/>
            </a:r>
            <a:endParaRPr sz="1560">
              <a:solidFill>
                <a:srgbClr val="666666"/>
              </a:solidFill>
              <a:latin typeface="Proxima Nova"/>
              <a:ea typeface="Proxima Nova"/>
              <a:cs typeface="Proxima Nova"/>
              <a:sym typeface="Proxima Nova"/>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3" name="Shape 313"/>
        <p:cNvGrpSpPr/>
        <p:nvPr/>
      </p:nvGrpSpPr>
      <p:grpSpPr>
        <a:xfrm>
          <a:off x="0" y="0"/>
          <a:ext cx="0" cy="0"/>
          <a:chOff x="0" y="0"/>
          <a:chExt cx="0" cy="0"/>
        </a:xfrm>
      </p:grpSpPr>
      <p:sp>
        <p:nvSpPr>
          <p:cNvPr id="314" name="Google Shape;314;g2170a22bf29_5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5" name="Google Shape;315;g2170a22bf29_5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95000"/>
              </a:lnSpc>
              <a:spcBef>
                <a:spcPts val="0"/>
              </a:spcBef>
              <a:spcAft>
                <a:spcPts val="0"/>
              </a:spcAft>
              <a:buNone/>
            </a:pPr>
            <a:r>
              <a:rPr lang="en" sz="1560">
                <a:solidFill>
                  <a:srgbClr val="666666"/>
                </a:solidFill>
                <a:latin typeface="Proxima Nova"/>
                <a:ea typeface="Proxima Nova"/>
                <a:cs typeface="Proxima Nova"/>
                <a:sym typeface="Proxima Nova"/>
              </a:rPr>
              <a:t>Cabrera and Falefa’s mistakes cancel each other out, since one harmed the team and one hurt the team to similar degrees in successive plate appearances</a:t>
            </a:r>
            <a:endParaRPr sz="1560">
              <a:solidFill>
                <a:srgbClr val="666666"/>
              </a:solidFill>
              <a:latin typeface="Proxima Nova"/>
              <a:ea typeface="Proxima Nova"/>
              <a:cs typeface="Proxima Nova"/>
              <a:sym typeface="Proxima Nova"/>
            </a:endParaRPr>
          </a:p>
          <a:p>
            <a:pPr indent="0" lvl="0" marL="0" rtl="0" algn="l">
              <a:spcBef>
                <a:spcPts val="1200"/>
              </a:spcBef>
              <a:spcAft>
                <a:spcPts val="0"/>
              </a:spcAft>
              <a:buNone/>
            </a:pPr>
            <a:r>
              <a:rPr lang="en">
                <a:solidFill>
                  <a:schemeClr val="dk1"/>
                </a:solidFill>
              </a:rPr>
              <a:t>Ben</a:t>
            </a:r>
            <a:endParaRPr>
              <a:solidFill>
                <a:schemeClr val="dk1"/>
              </a:solidFill>
            </a:endParaRPr>
          </a:p>
          <a:p>
            <a:pPr indent="0" lvl="0" marL="0" rtl="0" algn="l">
              <a:lnSpc>
                <a:spcPct val="95000"/>
              </a:lnSpc>
              <a:spcBef>
                <a:spcPts val="0"/>
              </a:spcBef>
              <a:spcAft>
                <a:spcPts val="1200"/>
              </a:spcAft>
              <a:buNone/>
            </a:pPr>
            <a:r>
              <a:t/>
            </a:r>
            <a:endParaRPr sz="1560">
              <a:solidFill>
                <a:srgbClr val="666666"/>
              </a:solidFill>
              <a:latin typeface="Proxima Nova"/>
              <a:ea typeface="Proxima Nova"/>
              <a:cs typeface="Proxima Nova"/>
              <a:sym typeface="Proxima Nova"/>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1" name="Shape 321"/>
        <p:cNvGrpSpPr/>
        <p:nvPr/>
      </p:nvGrpSpPr>
      <p:grpSpPr>
        <a:xfrm>
          <a:off x="0" y="0"/>
          <a:ext cx="0" cy="0"/>
          <a:chOff x="0" y="0"/>
          <a:chExt cx="0" cy="0"/>
        </a:xfrm>
      </p:grpSpPr>
      <p:sp>
        <p:nvSpPr>
          <p:cNvPr id="322" name="Google Shape;322;g1197e920dda_4_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23" name="Google Shape;323;g1197e920dda_4_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Chris</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1" name="Shape 331"/>
        <p:cNvGrpSpPr/>
        <p:nvPr/>
      </p:nvGrpSpPr>
      <p:grpSpPr>
        <a:xfrm>
          <a:off x="0" y="0"/>
          <a:ext cx="0" cy="0"/>
          <a:chOff x="0" y="0"/>
          <a:chExt cx="0" cy="0"/>
        </a:xfrm>
      </p:grpSpPr>
      <p:sp>
        <p:nvSpPr>
          <p:cNvPr id="332" name="Google Shape;332;g215d8645892_1_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3" name="Google Shape;333;g215d8645892_1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Chris</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8" name="Shape 338"/>
        <p:cNvGrpSpPr/>
        <p:nvPr/>
      </p:nvGrpSpPr>
      <p:grpSpPr>
        <a:xfrm>
          <a:off x="0" y="0"/>
          <a:ext cx="0" cy="0"/>
          <a:chOff x="0" y="0"/>
          <a:chExt cx="0" cy="0"/>
        </a:xfrm>
      </p:grpSpPr>
      <p:sp>
        <p:nvSpPr>
          <p:cNvPr id="339" name="Google Shape;339;g21689474166_0_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0" name="Google Shape;340;g21689474166_0_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Chris 8 missed calls</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6" name="Shape 346"/>
        <p:cNvGrpSpPr/>
        <p:nvPr/>
      </p:nvGrpSpPr>
      <p:grpSpPr>
        <a:xfrm>
          <a:off x="0" y="0"/>
          <a:ext cx="0" cy="0"/>
          <a:chOff x="0" y="0"/>
          <a:chExt cx="0" cy="0"/>
        </a:xfrm>
      </p:grpSpPr>
      <p:sp>
        <p:nvSpPr>
          <p:cNvPr id="347" name="Google Shape;347;g21689474166_0_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8" name="Google Shape;348;g21689474166_0_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Chris 24 missed calls</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4" name="Shape 354"/>
        <p:cNvGrpSpPr/>
        <p:nvPr/>
      </p:nvGrpSpPr>
      <p:grpSpPr>
        <a:xfrm>
          <a:off x="0" y="0"/>
          <a:ext cx="0" cy="0"/>
          <a:chOff x="0" y="0"/>
          <a:chExt cx="0" cy="0"/>
        </a:xfrm>
      </p:grpSpPr>
      <p:sp>
        <p:nvSpPr>
          <p:cNvPr id="355" name="Google Shape;355;g21689474166_0_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6" name="Google Shape;356;g21689474166_0_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Chris Including whether runners are in scoring position or not, and the count. By factoring ERA+ into our run expectancy after </a:t>
            </a:r>
            <a:r>
              <a:rPr lang="en"/>
              <a:t>running</a:t>
            </a:r>
            <a:r>
              <a:rPr lang="en"/>
              <a:t> the SIM. By grading the ump’s performance instead of predicting the corrected final score of the game, UmpScorecard doesn’t take into account what actually happened in the game after the mistake so a mistake that prolonged an inning that should have ended. And in which multiple runs were scored after the mistake, would still be treated as the difference in expected runs rather than realizing the inning should end and none of the runs should have happened</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2" name="Shape 362"/>
        <p:cNvGrpSpPr/>
        <p:nvPr/>
      </p:nvGrpSpPr>
      <p:grpSpPr>
        <a:xfrm>
          <a:off x="0" y="0"/>
          <a:ext cx="0" cy="0"/>
          <a:chOff x="0" y="0"/>
          <a:chExt cx="0" cy="0"/>
        </a:xfrm>
      </p:grpSpPr>
      <p:sp>
        <p:nvSpPr>
          <p:cNvPr id="363" name="Google Shape;363;g215d8645892_2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4" name="Google Shape;364;g215d8645892_2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Richard</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1" name="Shape 371"/>
        <p:cNvGrpSpPr/>
        <p:nvPr/>
      </p:nvGrpSpPr>
      <p:grpSpPr>
        <a:xfrm>
          <a:off x="0" y="0"/>
          <a:ext cx="0" cy="0"/>
          <a:chOff x="0" y="0"/>
          <a:chExt cx="0" cy="0"/>
        </a:xfrm>
      </p:grpSpPr>
      <p:sp>
        <p:nvSpPr>
          <p:cNvPr id="372" name="Google Shape;372;g2170a22bf29_3_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3" name="Google Shape;373;g2170a22bf29_3_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Richard</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8" name="Shape 378"/>
        <p:cNvGrpSpPr/>
        <p:nvPr/>
      </p:nvGrpSpPr>
      <p:grpSpPr>
        <a:xfrm>
          <a:off x="0" y="0"/>
          <a:ext cx="0" cy="0"/>
          <a:chOff x="0" y="0"/>
          <a:chExt cx="0" cy="0"/>
        </a:xfrm>
      </p:grpSpPr>
      <p:sp>
        <p:nvSpPr>
          <p:cNvPr id="379" name="Google Shape;379;g215d8645892_3_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0" name="Google Shape;380;g215d8645892_3_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6" name="Shape 386"/>
        <p:cNvGrpSpPr/>
        <p:nvPr/>
      </p:nvGrpSpPr>
      <p:grpSpPr>
        <a:xfrm>
          <a:off x="0" y="0"/>
          <a:ext cx="0" cy="0"/>
          <a:chOff x="0" y="0"/>
          <a:chExt cx="0" cy="0"/>
        </a:xfrm>
      </p:grpSpPr>
      <p:sp>
        <p:nvSpPr>
          <p:cNvPr id="387" name="Google Shape;387;g215d8645892_3_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8" name="Google Shape;388;g215d8645892_3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cxnSp>
        <p:nvCxnSpPr>
          <p:cNvPr id="10" name="Google Shape;10;p2"/>
          <p:cNvCxnSpPr/>
          <p:nvPr/>
        </p:nvCxnSpPr>
        <p:spPr>
          <a:xfrm>
            <a:off x="4278300" y="2751163"/>
            <a:ext cx="587400" cy="0"/>
          </a:xfrm>
          <a:prstGeom prst="straightConnector1">
            <a:avLst/>
          </a:prstGeom>
          <a:noFill/>
          <a:ln cap="flat" cmpd="sng" w="76200">
            <a:solidFill>
              <a:schemeClr val="dk1"/>
            </a:solidFill>
            <a:prstDash val="solid"/>
            <a:round/>
            <a:headEnd len="sm" w="sm" type="none"/>
            <a:tailEnd len="sm" w="sm" type="none"/>
          </a:ln>
        </p:spPr>
      </p:cxnSp>
      <p:sp>
        <p:nvSpPr>
          <p:cNvPr id="11" name="Google Shape;11;p2"/>
          <p:cNvSpPr txBox="1"/>
          <p:nvPr>
            <p:ph type="ctrTitle"/>
          </p:nvPr>
        </p:nvSpPr>
        <p:spPr>
          <a:xfrm>
            <a:off x="311700" y="595975"/>
            <a:ext cx="8520600" cy="1957800"/>
          </a:xfrm>
          <a:prstGeom prst="rect">
            <a:avLst/>
          </a:prstGeom>
        </p:spPr>
        <p:txBody>
          <a:bodyPr anchorCtr="0" anchor="b" bIns="91425" lIns="91425" spcFirstLastPara="1" rIns="91425" wrap="square" tIns="91425">
            <a:normAutofit/>
          </a:bodyPr>
          <a:lstStyle>
            <a:lvl1pPr lvl="0" rtl="0" algn="ctr">
              <a:spcBef>
                <a:spcPts val="0"/>
              </a:spcBef>
              <a:spcAft>
                <a:spcPts val="0"/>
              </a:spcAft>
              <a:buSzPts val="5400"/>
              <a:buNone/>
              <a:defRPr sz="5400"/>
            </a:lvl1pPr>
            <a:lvl2pPr lvl="1" rtl="0" algn="ctr">
              <a:spcBef>
                <a:spcPts val="0"/>
              </a:spcBef>
              <a:spcAft>
                <a:spcPts val="0"/>
              </a:spcAft>
              <a:buSzPts val="5400"/>
              <a:buNone/>
              <a:defRPr sz="5400"/>
            </a:lvl2pPr>
            <a:lvl3pPr lvl="2" rtl="0" algn="ctr">
              <a:spcBef>
                <a:spcPts val="0"/>
              </a:spcBef>
              <a:spcAft>
                <a:spcPts val="0"/>
              </a:spcAft>
              <a:buSzPts val="5400"/>
              <a:buNone/>
              <a:defRPr sz="5400"/>
            </a:lvl3pPr>
            <a:lvl4pPr lvl="3" rtl="0" algn="ctr">
              <a:spcBef>
                <a:spcPts val="0"/>
              </a:spcBef>
              <a:spcAft>
                <a:spcPts val="0"/>
              </a:spcAft>
              <a:buSzPts val="5400"/>
              <a:buNone/>
              <a:defRPr sz="5400"/>
            </a:lvl4pPr>
            <a:lvl5pPr lvl="4" rtl="0" algn="ctr">
              <a:spcBef>
                <a:spcPts val="0"/>
              </a:spcBef>
              <a:spcAft>
                <a:spcPts val="0"/>
              </a:spcAft>
              <a:buSzPts val="5400"/>
              <a:buNone/>
              <a:defRPr sz="5400"/>
            </a:lvl5pPr>
            <a:lvl6pPr lvl="5" rtl="0" algn="ctr">
              <a:spcBef>
                <a:spcPts val="0"/>
              </a:spcBef>
              <a:spcAft>
                <a:spcPts val="0"/>
              </a:spcAft>
              <a:buSzPts val="5400"/>
              <a:buNone/>
              <a:defRPr sz="5400"/>
            </a:lvl6pPr>
            <a:lvl7pPr lvl="6" rtl="0" algn="ctr">
              <a:spcBef>
                <a:spcPts val="0"/>
              </a:spcBef>
              <a:spcAft>
                <a:spcPts val="0"/>
              </a:spcAft>
              <a:buSzPts val="5400"/>
              <a:buNone/>
              <a:defRPr sz="5400"/>
            </a:lvl7pPr>
            <a:lvl8pPr lvl="7" rtl="0" algn="ctr">
              <a:spcBef>
                <a:spcPts val="0"/>
              </a:spcBef>
              <a:spcAft>
                <a:spcPts val="0"/>
              </a:spcAft>
              <a:buSzPts val="5400"/>
              <a:buNone/>
              <a:defRPr sz="5400"/>
            </a:lvl8pPr>
            <a:lvl9pPr lvl="8" rtl="0" algn="ctr">
              <a:spcBef>
                <a:spcPts val="0"/>
              </a:spcBef>
              <a:spcAft>
                <a:spcPts val="0"/>
              </a:spcAft>
              <a:buSzPts val="5400"/>
              <a:buNone/>
              <a:defRPr sz="5400"/>
            </a:lvl9pPr>
          </a:lstStyle>
          <a:p/>
        </p:txBody>
      </p:sp>
      <p:sp>
        <p:nvSpPr>
          <p:cNvPr id="12" name="Google Shape;12;p2"/>
          <p:cNvSpPr txBox="1"/>
          <p:nvPr>
            <p:ph idx="1" type="subTitle"/>
          </p:nvPr>
        </p:nvSpPr>
        <p:spPr>
          <a:xfrm>
            <a:off x="311700" y="3165823"/>
            <a:ext cx="8520600" cy="733500"/>
          </a:xfrm>
          <a:prstGeom prst="rect">
            <a:avLst/>
          </a:prstGeom>
        </p:spPr>
        <p:txBody>
          <a:bodyPr anchorCtr="0" anchor="t" bIns="91425" lIns="91425" spcFirstLastPara="1" rIns="91425" wrap="square" tIns="91425">
            <a:normAutofit/>
          </a:bodyPr>
          <a:lstStyle>
            <a:lvl1pPr lvl="0" rtl="0" algn="ctr">
              <a:lnSpc>
                <a:spcPct val="100000"/>
              </a:lnSpc>
              <a:spcBef>
                <a:spcPts val="0"/>
              </a:spcBef>
              <a:spcAft>
                <a:spcPts val="0"/>
              </a:spcAft>
              <a:buSzPts val="2400"/>
              <a:buNone/>
              <a:defRPr sz="2400"/>
            </a:lvl1pPr>
            <a:lvl2pPr lvl="1" rtl="0" algn="ctr">
              <a:lnSpc>
                <a:spcPct val="100000"/>
              </a:lnSpc>
              <a:spcBef>
                <a:spcPts val="0"/>
              </a:spcBef>
              <a:spcAft>
                <a:spcPts val="0"/>
              </a:spcAft>
              <a:buSzPts val="2400"/>
              <a:buNone/>
              <a:defRPr sz="2400"/>
            </a:lvl2pPr>
            <a:lvl3pPr lvl="2" rtl="0" algn="ctr">
              <a:lnSpc>
                <a:spcPct val="100000"/>
              </a:lnSpc>
              <a:spcBef>
                <a:spcPts val="0"/>
              </a:spcBef>
              <a:spcAft>
                <a:spcPts val="0"/>
              </a:spcAft>
              <a:buSzPts val="2400"/>
              <a:buNone/>
              <a:defRPr sz="2400"/>
            </a:lvl3pPr>
            <a:lvl4pPr lvl="3" rtl="0" algn="ctr">
              <a:lnSpc>
                <a:spcPct val="100000"/>
              </a:lnSpc>
              <a:spcBef>
                <a:spcPts val="0"/>
              </a:spcBef>
              <a:spcAft>
                <a:spcPts val="0"/>
              </a:spcAft>
              <a:buSzPts val="2400"/>
              <a:buNone/>
              <a:defRPr sz="2400"/>
            </a:lvl4pPr>
            <a:lvl5pPr lvl="4" rtl="0" algn="ctr">
              <a:lnSpc>
                <a:spcPct val="100000"/>
              </a:lnSpc>
              <a:spcBef>
                <a:spcPts val="0"/>
              </a:spcBef>
              <a:spcAft>
                <a:spcPts val="0"/>
              </a:spcAft>
              <a:buSzPts val="2400"/>
              <a:buNone/>
              <a:defRPr sz="2400"/>
            </a:lvl5pPr>
            <a:lvl6pPr lvl="5" rtl="0" algn="ctr">
              <a:lnSpc>
                <a:spcPct val="100000"/>
              </a:lnSpc>
              <a:spcBef>
                <a:spcPts val="0"/>
              </a:spcBef>
              <a:spcAft>
                <a:spcPts val="0"/>
              </a:spcAft>
              <a:buSzPts val="2400"/>
              <a:buNone/>
              <a:defRPr sz="2400"/>
            </a:lvl6pPr>
            <a:lvl7pPr lvl="6" rtl="0" algn="ctr">
              <a:lnSpc>
                <a:spcPct val="100000"/>
              </a:lnSpc>
              <a:spcBef>
                <a:spcPts val="0"/>
              </a:spcBef>
              <a:spcAft>
                <a:spcPts val="0"/>
              </a:spcAft>
              <a:buSzPts val="2400"/>
              <a:buNone/>
              <a:defRPr sz="2400"/>
            </a:lvl7pPr>
            <a:lvl8pPr lvl="7" rtl="0" algn="ctr">
              <a:lnSpc>
                <a:spcPct val="100000"/>
              </a:lnSpc>
              <a:spcBef>
                <a:spcPts val="0"/>
              </a:spcBef>
              <a:spcAft>
                <a:spcPts val="0"/>
              </a:spcAft>
              <a:buSzPts val="2400"/>
              <a:buNone/>
              <a:defRPr sz="2400"/>
            </a:lvl8pPr>
            <a:lvl9pPr lvl="8" rtl="0" algn="ctr">
              <a:lnSpc>
                <a:spcPct val="100000"/>
              </a:lnSpc>
              <a:spcBef>
                <a:spcPts val="0"/>
              </a:spcBef>
              <a:spcAft>
                <a:spcPts val="0"/>
              </a:spcAft>
              <a:buSzPts val="2400"/>
              <a:buNone/>
              <a:defRPr sz="2400"/>
            </a:lvl9pPr>
          </a:lstStyle>
          <a:p/>
        </p:txBody>
      </p:sp>
      <p:sp>
        <p:nvSpPr>
          <p:cNvPr id="13" name="Google Shape;13;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dk1"/>
        </a:solidFill>
      </p:bgPr>
    </p:bg>
    <p:spTree>
      <p:nvGrpSpPr>
        <p:cNvPr id="14" name="Shape 14"/>
        <p:cNvGrpSpPr/>
        <p:nvPr/>
      </p:nvGrpSpPr>
      <p:grpSpPr>
        <a:xfrm>
          <a:off x="0" y="0"/>
          <a:ext cx="0" cy="0"/>
          <a:chOff x="0" y="0"/>
          <a:chExt cx="0" cy="0"/>
        </a:xfrm>
      </p:grpSpPr>
      <p:sp>
        <p:nvSpPr>
          <p:cNvPr id="15" name="Google Shape;15;p3"/>
          <p:cNvSpPr txBox="1"/>
          <p:nvPr>
            <p:ph type="title"/>
          </p:nvPr>
        </p:nvSpPr>
        <p:spPr>
          <a:xfrm>
            <a:off x="311700" y="2480550"/>
            <a:ext cx="8114400" cy="2445900"/>
          </a:xfrm>
          <a:prstGeom prst="rect">
            <a:avLst/>
          </a:prstGeom>
        </p:spPr>
        <p:txBody>
          <a:bodyPr anchorCtr="0" anchor="b" bIns="91425" lIns="91425" spcFirstLastPara="1" rIns="91425" wrap="square" tIns="91425">
            <a:normAutofit/>
          </a:bodyPr>
          <a:lstStyle>
            <a:lvl1pPr lvl="0" rtl="0">
              <a:spcBef>
                <a:spcPts val="0"/>
              </a:spcBef>
              <a:spcAft>
                <a:spcPts val="0"/>
              </a:spcAft>
              <a:buClr>
                <a:schemeClr val="lt1"/>
              </a:buClr>
              <a:buSzPts val="6800"/>
              <a:buNone/>
              <a:defRPr sz="6800">
                <a:solidFill>
                  <a:schemeClr val="lt1"/>
                </a:solidFill>
              </a:defRPr>
            </a:lvl1pPr>
            <a:lvl2pPr lvl="1" rtl="0">
              <a:spcBef>
                <a:spcPts val="0"/>
              </a:spcBef>
              <a:spcAft>
                <a:spcPts val="0"/>
              </a:spcAft>
              <a:buClr>
                <a:schemeClr val="lt1"/>
              </a:buClr>
              <a:buSzPts val="6800"/>
              <a:buNone/>
              <a:defRPr sz="6800">
                <a:solidFill>
                  <a:schemeClr val="lt1"/>
                </a:solidFill>
              </a:defRPr>
            </a:lvl2pPr>
            <a:lvl3pPr lvl="2" rtl="0">
              <a:spcBef>
                <a:spcPts val="0"/>
              </a:spcBef>
              <a:spcAft>
                <a:spcPts val="0"/>
              </a:spcAft>
              <a:buClr>
                <a:schemeClr val="lt1"/>
              </a:buClr>
              <a:buSzPts val="6800"/>
              <a:buNone/>
              <a:defRPr sz="6800">
                <a:solidFill>
                  <a:schemeClr val="lt1"/>
                </a:solidFill>
              </a:defRPr>
            </a:lvl3pPr>
            <a:lvl4pPr lvl="3" rtl="0">
              <a:spcBef>
                <a:spcPts val="0"/>
              </a:spcBef>
              <a:spcAft>
                <a:spcPts val="0"/>
              </a:spcAft>
              <a:buClr>
                <a:schemeClr val="lt1"/>
              </a:buClr>
              <a:buSzPts val="6800"/>
              <a:buNone/>
              <a:defRPr sz="6800">
                <a:solidFill>
                  <a:schemeClr val="lt1"/>
                </a:solidFill>
              </a:defRPr>
            </a:lvl4pPr>
            <a:lvl5pPr lvl="4" rtl="0">
              <a:spcBef>
                <a:spcPts val="0"/>
              </a:spcBef>
              <a:spcAft>
                <a:spcPts val="0"/>
              </a:spcAft>
              <a:buClr>
                <a:schemeClr val="lt1"/>
              </a:buClr>
              <a:buSzPts val="6800"/>
              <a:buNone/>
              <a:defRPr sz="6800">
                <a:solidFill>
                  <a:schemeClr val="lt1"/>
                </a:solidFill>
              </a:defRPr>
            </a:lvl5pPr>
            <a:lvl6pPr lvl="5" rtl="0">
              <a:spcBef>
                <a:spcPts val="0"/>
              </a:spcBef>
              <a:spcAft>
                <a:spcPts val="0"/>
              </a:spcAft>
              <a:buClr>
                <a:schemeClr val="lt1"/>
              </a:buClr>
              <a:buSzPts val="6800"/>
              <a:buNone/>
              <a:defRPr sz="6800">
                <a:solidFill>
                  <a:schemeClr val="lt1"/>
                </a:solidFill>
              </a:defRPr>
            </a:lvl6pPr>
            <a:lvl7pPr lvl="6" rtl="0">
              <a:spcBef>
                <a:spcPts val="0"/>
              </a:spcBef>
              <a:spcAft>
                <a:spcPts val="0"/>
              </a:spcAft>
              <a:buClr>
                <a:schemeClr val="lt1"/>
              </a:buClr>
              <a:buSzPts val="6800"/>
              <a:buNone/>
              <a:defRPr sz="6800">
                <a:solidFill>
                  <a:schemeClr val="lt1"/>
                </a:solidFill>
              </a:defRPr>
            </a:lvl7pPr>
            <a:lvl8pPr lvl="7" rtl="0">
              <a:spcBef>
                <a:spcPts val="0"/>
              </a:spcBef>
              <a:spcAft>
                <a:spcPts val="0"/>
              </a:spcAft>
              <a:buClr>
                <a:schemeClr val="lt1"/>
              </a:buClr>
              <a:buSzPts val="6800"/>
              <a:buNone/>
              <a:defRPr sz="6800">
                <a:solidFill>
                  <a:schemeClr val="lt1"/>
                </a:solidFill>
              </a:defRPr>
            </a:lvl8pPr>
            <a:lvl9pPr lvl="8" rtl="0">
              <a:spcBef>
                <a:spcPts val="0"/>
              </a:spcBef>
              <a:spcAft>
                <a:spcPts val="0"/>
              </a:spcAft>
              <a:buClr>
                <a:schemeClr val="lt1"/>
              </a:buClr>
              <a:buSzPts val="6800"/>
              <a:buNone/>
              <a:defRPr sz="6800">
                <a:solidFill>
                  <a:schemeClr val="lt1"/>
                </a:solidFill>
              </a:defRPr>
            </a:lvl9pPr>
          </a:lstStyle>
          <a:p/>
        </p:txBody>
      </p:sp>
      <p:sp>
        <p:nvSpPr>
          <p:cNvPr id="16" name="Google Shape;16;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solidFill>
                  <a:schemeClr val="lt1"/>
                </a:solidFill>
              </a:defRPr>
            </a:lvl1pPr>
            <a:lvl2pPr lvl="1" rtl="0">
              <a:buNone/>
              <a:defRPr>
                <a:solidFill>
                  <a:schemeClr val="lt1"/>
                </a:solidFill>
              </a:defRPr>
            </a:lvl2pPr>
            <a:lvl3pPr lvl="2" rtl="0">
              <a:buNone/>
              <a:defRPr>
                <a:solidFill>
                  <a:schemeClr val="lt1"/>
                </a:solidFill>
              </a:defRPr>
            </a:lvl3pPr>
            <a:lvl4pPr lvl="3" rtl="0">
              <a:buNone/>
              <a:defRPr>
                <a:solidFill>
                  <a:schemeClr val="lt1"/>
                </a:solidFill>
              </a:defRPr>
            </a:lvl4pPr>
            <a:lvl5pPr lvl="4" rtl="0">
              <a:buNone/>
              <a:defRPr>
                <a:solidFill>
                  <a:schemeClr val="lt1"/>
                </a:solidFill>
              </a:defRPr>
            </a:lvl5pPr>
            <a:lvl6pPr lvl="5" rtl="0">
              <a:buNone/>
              <a:defRPr>
                <a:solidFill>
                  <a:schemeClr val="lt1"/>
                </a:solidFill>
              </a:defRPr>
            </a:lvl6pPr>
            <a:lvl7pPr lvl="6" rtl="0">
              <a:buNone/>
              <a:defRPr>
                <a:solidFill>
                  <a:schemeClr val="lt1"/>
                </a:solidFill>
              </a:defRPr>
            </a:lvl7pPr>
            <a:lvl8pPr lvl="7" rtl="0">
              <a:buNone/>
              <a:defRPr>
                <a:solidFill>
                  <a:schemeClr val="lt1"/>
                </a:solidFill>
              </a:defRPr>
            </a:lvl8pPr>
            <a:lvl9pPr lvl="8" rtl="0">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7" name="Shape 17"/>
        <p:cNvGrpSpPr/>
        <p:nvPr/>
      </p:nvGrpSpPr>
      <p:grpSpPr>
        <a:xfrm>
          <a:off x="0" y="0"/>
          <a:ext cx="0" cy="0"/>
          <a:chOff x="0" y="0"/>
          <a:chExt cx="0" cy="0"/>
        </a:xfrm>
      </p:grpSpPr>
      <p:sp>
        <p:nvSpPr>
          <p:cNvPr id="18" name="Google Shape;18;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rtl="0">
              <a:spcBef>
                <a:spcPts val="0"/>
              </a:spcBef>
              <a:spcAft>
                <a:spcPts val="0"/>
              </a:spcAft>
              <a:buClr>
                <a:schemeClr val="dk1"/>
              </a:buClr>
              <a:buSzPts val="3000"/>
              <a:buNone/>
              <a:defRPr>
                <a:solidFill>
                  <a:schemeClr val="dk1"/>
                </a:solidFill>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19" name="Google Shape;19;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rtl="0">
              <a:spcBef>
                <a:spcPts val="0"/>
              </a:spcBef>
              <a:spcAft>
                <a:spcPts val="0"/>
              </a:spcAft>
              <a:buSzPts val="1800"/>
              <a:buChar char="●"/>
              <a:defRPr/>
            </a:lvl1pPr>
            <a:lvl2pPr indent="-317500" lvl="1" marL="914400" rtl="0">
              <a:spcBef>
                <a:spcPts val="0"/>
              </a:spcBef>
              <a:spcAft>
                <a:spcPts val="0"/>
              </a:spcAft>
              <a:buSzPts val="1400"/>
              <a:buChar char="○"/>
              <a:defRPr/>
            </a:lvl2pPr>
            <a:lvl3pPr indent="-317500" lvl="2" marL="1371600" rtl="0">
              <a:spcBef>
                <a:spcPts val="0"/>
              </a:spcBef>
              <a:spcAft>
                <a:spcPts val="0"/>
              </a:spcAft>
              <a:buSzPts val="1400"/>
              <a:buChar char="■"/>
              <a:defRPr/>
            </a:lvl3pPr>
            <a:lvl4pPr indent="-317500" lvl="3" marL="1828800" rtl="0">
              <a:spcBef>
                <a:spcPts val="0"/>
              </a:spcBef>
              <a:spcAft>
                <a:spcPts val="0"/>
              </a:spcAft>
              <a:buSzPts val="1400"/>
              <a:buChar char="●"/>
              <a:defRPr/>
            </a:lvl4pPr>
            <a:lvl5pPr indent="-317500" lvl="4" marL="2286000" rtl="0">
              <a:spcBef>
                <a:spcPts val="0"/>
              </a:spcBef>
              <a:spcAft>
                <a:spcPts val="0"/>
              </a:spcAft>
              <a:buSzPts val="1400"/>
              <a:buChar char="○"/>
              <a:defRPr/>
            </a:lvl5pPr>
            <a:lvl6pPr indent="-317500" lvl="5" marL="2743200" rtl="0">
              <a:spcBef>
                <a:spcPts val="0"/>
              </a:spcBef>
              <a:spcAft>
                <a:spcPts val="0"/>
              </a:spcAft>
              <a:buSzPts val="1400"/>
              <a:buChar char="■"/>
              <a:defRPr/>
            </a:lvl6pPr>
            <a:lvl7pPr indent="-317500" lvl="6" marL="3200400" rtl="0">
              <a:spcBef>
                <a:spcPts val="0"/>
              </a:spcBef>
              <a:spcAft>
                <a:spcPts val="0"/>
              </a:spcAft>
              <a:buSzPts val="1400"/>
              <a:buChar char="●"/>
              <a:defRPr/>
            </a:lvl7pPr>
            <a:lvl8pPr indent="-317500" lvl="7" marL="3657600" rtl="0">
              <a:spcBef>
                <a:spcPts val="0"/>
              </a:spcBef>
              <a:spcAft>
                <a:spcPts val="0"/>
              </a:spcAft>
              <a:buSzPts val="1400"/>
              <a:buChar char="○"/>
              <a:defRPr/>
            </a:lvl8pPr>
            <a:lvl9pPr indent="-317500" lvl="8" marL="4114800" rtl="0">
              <a:spcBef>
                <a:spcPts val="0"/>
              </a:spcBef>
              <a:spcAft>
                <a:spcPts val="0"/>
              </a:spcAft>
              <a:buSzPts val="1400"/>
              <a:buChar char="■"/>
              <a:defRPr/>
            </a:lvl9pPr>
          </a:lstStyle>
          <a:p/>
        </p:txBody>
      </p:sp>
      <p:sp>
        <p:nvSpPr>
          <p:cNvPr id="20" name="Google Shape;20;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1" name="Shape 21"/>
        <p:cNvGrpSpPr/>
        <p:nvPr/>
      </p:nvGrpSpPr>
      <p:grpSpPr>
        <a:xfrm>
          <a:off x="0" y="0"/>
          <a:ext cx="0" cy="0"/>
          <a:chOff x="0" y="0"/>
          <a:chExt cx="0" cy="0"/>
        </a:xfrm>
      </p:grpSpPr>
      <p:sp>
        <p:nvSpPr>
          <p:cNvPr id="22" name="Google Shape;22;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23" name="Google Shape;23;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rtl="0">
              <a:spcBef>
                <a:spcPts val="0"/>
              </a:spcBef>
              <a:spcAft>
                <a:spcPts val="0"/>
              </a:spcAft>
              <a:buSzPts val="1400"/>
              <a:buChar char="●"/>
              <a:defRPr sz="1400"/>
            </a:lvl1pPr>
            <a:lvl2pPr indent="-304800" lvl="1" marL="914400" rtl="0">
              <a:spcBef>
                <a:spcPts val="0"/>
              </a:spcBef>
              <a:spcAft>
                <a:spcPts val="0"/>
              </a:spcAft>
              <a:buSzPts val="1200"/>
              <a:buChar char="○"/>
              <a:defRPr sz="1200"/>
            </a:lvl2pPr>
            <a:lvl3pPr indent="-304800" lvl="2" marL="1371600" rtl="0">
              <a:spcBef>
                <a:spcPts val="0"/>
              </a:spcBef>
              <a:spcAft>
                <a:spcPts val="0"/>
              </a:spcAft>
              <a:buSzPts val="1200"/>
              <a:buChar char="■"/>
              <a:defRPr sz="1200"/>
            </a:lvl3pPr>
            <a:lvl4pPr indent="-304800" lvl="3" marL="1828800" rtl="0">
              <a:spcBef>
                <a:spcPts val="0"/>
              </a:spcBef>
              <a:spcAft>
                <a:spcPts val="0"/>
              </a:spcAft>
              <a:buSzPts val="1200"/>
              <a:buChar char="●"/>
              <a:defRPr sz="1200"/>
            </a:lvl4pPr>
            <a:lvl5pPr indent="-304800" lvl="4" marL="2286000" rtl="0">
              <a:spcBef>
                <a:spcPts val="0"/>
              </a:spcBef>
              <a:spcAft>
                <a:spcPts val="0"/>
              </a:spcAft>
              <a:buSzPts val="1200"/>
              <a:buChar char="○"/>
              <a:defRPr sz="1200"/>
            </a:lvl5pPr>
            <a:lvl6pPr indent="-304800" lvl="5" marL="2743200" rtl="0">
              <a:spcBef>
                <a:spcPts val="0"/>
              </a:spcBef>
              <a:spcAft>
                <a:spcPts val="0"/>
              </a:spcAft>
              <a:buSzPts val="1200"/>
              <a:buChar char="■"/>
              <a:defRPr sz="1200"/>
            </a:lvl6pPr>
            <a:lvl7pPr indent="-304800" lvl="6" marL="3200400" rtl="0">
              <a:spcBef>
                <a:spcPts val="0"/>
              </a:spcBef>
              <a:spcAft>
                <a:spcPts val="0"/>
              </a:spcAft>
              <a:buSzPts val="1200"/>
              <a:buChar char="●"/>
              <a:defRPr sz="1200"/>
            </a:lvl7pPr>
            <a:lvl8pPr indent="-304800" lvl="7" marL="3657600" rtl="0">
              <a:spcBef>
                <a:spcPts val="0"/>
              </a:spcBef>
              <a:spcAft>
                <a:spcPts val="0"/>
              </a:spcAft>
              <a:buSzPts val="1200"/>
              <a:buChar char="○"/>
              <a:defRPr sz="1200"/>
            </a:lvl8pPr>
            <a:lvl9pPr indent="-304800" lvl="8" marL="4114800" rtl="0">
              <a:spcBef>
                <a:spcPts val="0"/>
              </a:spcBef>
              <a:spcAft>
                <a:spcPts val="0"/>
              </a:spcAft>
              <a:buSzPts val="1200"/>
              <a:buChar char="■"/>
              <a:defRPr sz="1200"/>
            </a:lvl9pPr>
          </a:lstStyle>
          <a:p/>
        </p:txBody>
      </p:sp>
      <p:sp>
        <p:nvSpPr>
          <p:cNvPr id="24" name="Google Shape;24;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rtl="0">
              <a:spcBef>
                <a:spcPts val="0"/>
              </a:spcBef>
              <a:spcAft>
                <a:spcPts val="0"/>
              </a:spcAft>
              <a:buSzPts val="1400"/>
              <a:buChar char="●"/>
              <a:defRPr sz="1400"/>
            </a:lvl1pPr>
            <a:lvl2pPr indent="-304800" lvl="1" marL="914400" rtl="0">
              <a:spcBef>
                <a:spcPts val="0"/>
              </a:spcBef>
              <a:spcAft>
                <a:spcPts val="0"/>
              </a:spcAft>
              <a:buSzPts val="1200"/>
              <a:buChar char="○"/>
              <a:defRPr sz="1200"/>
            </a:lvl2pPr>
            <a:lvl3pPr indent="-304800" lvl="2" marL="1371600" rtl="0">
              <a:spcBef>
                <a:spcPts val="0"/>
              </a:spcBef>
              <a:spcAft>
                <a:spcPts val="0"/>
              </a:spcAft>
              <a:buSzPts val="1200"/>
              <a:buChar char="■"/>
              <a:defRPr sz="1200"/>
            </a:lvl3pPr>
            <a:lvl4pPr indent="-304800" lvl="3" marL="1828800" rtl="0">
              <a:spcBef>
                <a:spcPts val="0"/>
              </a:spcBef>
              <a:spcAft>
                <a:spcPts val="0"/>
              </a:spcAft>
              <a:buSzPts val="1200"/>
              <a:buChar char="●"/>
              <a:defRPr sz="1200"/>
            </a:lvl4pPr>
            <a:lvl5pPr indent="-304800" lvl="4" marL="2286000" rtl="0">
              <a:spcBef>
                <a:spcPts val="0"/>
              </a:spcBef>
              <a:spcAft>
                <a:spcPts val="0"/>
              </a:spcAft>
              <a:buSzPts val="1200"/>
              <a:buChar char="○"/>
              <a:defRPr sz="1200"/>
            </a:lvl5pPr>
            <a:lvl6pPr indent="-304800" lvl="5" marL="2743200" rtl="0">
              <a:spcBef>
                <a:spcPts val="0"/>
              </a:spcBef>
              <a:spcAft>
                <a:spcPts val="0"/>
              </a:spcAft>
              <a:buSzPts val="1200"/>
              <a:buChar char="■"/>
              <a:defRPr sz="1200"/>
            </a:lvl6pPr>
            <a:lvl7pPr indent="-304800" lvl="6" marL="3200400" rtl="0">
              <a:spcBef>
                <a:spcPts val="0"/>
              </a:spcBef>
              <a:spcAft>
                <a:spcPts val="0"/>
              </a:spcAft>
              <a:buSzPts val="1200"/>
              <a:buChar char="●"/>
              <a:defRPr sz="1200"/>
            </a:lvl7pPr>
            <a:lvl8pPr indent="-304800" lvl="7" marL="3657600" rtl="0">
              <a:spcBef>
                <a:spcPts val="0"/>
              </a:spcBef>
              <a:spcAft>
                <a:spcPts val="0"/>
              </a:spcAft>
              <a:buSzPts val="1200"/>
              <a:buChar char="○"/>
              <a:defRPr sz="1200"/>
            </a:lvl8pPr>
            <a:lvl9pPr indent="-304800" lvl="8" marL="4114800" rtl="0">
              <a:spcBef>
                <a:spcPts val="0"/>
              </a:spcBef>
              <a:spcAft>
                <a:spcPts val="0"/>
              </a:spcAft>
              <a:buSzPts val="1200"/>
              <a:buChar char="■"/>
              <a:defRPr sz="1200"/>
            </a:lvl9pPr>
          </a:lstStyle>
          <a:p/>
        </p:txBody>
      </p:sp>
      <p:sp>
        <p:nvSpPr>
          <p:cNvPr id="25" name="Google Shape;25;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6" name="Shape 26"/>
        <p:cNvGrpSpPr/>
        <p:nvPr/>
      </p:nvGrpSpPr>
      <p:grpSpPr>
        <a:xfrm>
          <a:off x="0" y="0"/>
          <a:ext cx="0" cy="0"/>
          <a:chOff x="0" y="0"/>
          <a:chExt cx="0" cy="0"/>
        </a:xfrm>
      </p:grpSpPr>
      <p:sp>
        <p:nvSpPr>
          <p:cNvPr id="27" name="Google Shape;27;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28" name="Google Shape;28;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9" name="Shape 29"/>
        <p:cNvGrpSpPr/>
        <p:nvPr/>
      </p:nvGrpSpPr>
      <p:grpSpPr>
        <a:xfrm>
          <a:off x="0" y="0"/>
          <a:ext cx="0" cy="0"/>
          <a:chOff x="0" y="0"/>
          <a:chExt cx="0" cy="0"/>
        </a:xfrm>
      </p:grpSpPr>
      <p:sp>
        <p:nvSpPr>
          <p:cNvPr id="30" name="Google Shape;30;p7"/>
          <p:cNvSpPr txBox="1"/>
          <p:nvPr>
            <p:ph type="title"/>
          </p:nvPr>
        </p:nvSpPr>
        <p:spPr>
          <a:xfrm>
            <a:off x="311700" y="631800"/>
            <a:ext cx="2808000" cy="755700"/>
          </a:xfrm>
          <a:prstGeom prst="rect">
            <a:avLst/>
          </a:prstGeom>
        </p:spPr>
        <p:txBody>
          <a:bodyPr anchorCtr="0" anchor="b" bIns="91425" lIns="91425" spcFirstLastPara="1" rIns="91425" wrap="square" tIns="91425">
            <a:normAutofit/>
          </a:bodyPr>
          <a:lstStyle>
            <a:lvl1pPr lvl="0" rtl="0">
              <a:spcBef>
                <a:spcPts val="0"/>
              </a:spcBef>
              <a:spcAft>
                <a:spcPts val="0"/>
              </a:spcAft>
              <a:buSzPts val="2400"/>
              <a:buNone/>
              <a:defRPr sz="24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p:txBody>
      </p:sp>
      <p:sp>
        <p:nvSpPr>
          <p:cNvPr id="31" name="Google Shape;31;p7"/>
          <p:cNvSpPr txBox="1"/>
          <p:nvPr>
            <p:ph idx="1" type="body"/>
          </p:nvPr>
        </p:nvSpPr>
        <p:spPr>
          <a:xfrm>
            <a:off x="311700" y="1490875"/>
            <a:ext cx="2808000" cy="3078000"/>
          </a:xfrm>
          <a:prstGeom prst="rect">
            <a:avLst/>
          </a:prstGeom>
        </p:spPr>
        <p:txBody>
          <a:bodyPr anchorCtr="0" anchor="t" bIns="91425" lIns="91425" spcFirstLastPara="1" rIns="91425" wrap="square" tIns="91425">
            <a:normAutofit/>
          </a:bodyPr>
          <a:lstStyle>
            <a:lvl1pPr indent="-304800" lvl="0" marL="457200" rtl="0">
              <a:spcBef>
                <a:spcPts val="0"/>
              </a:spcBef>
              <a:spcAft>
                <a:spcPts val="0"/>
              </a:spcAft>
              <a:buSzPts val="1200"/>
              <a:buChar char="●"/>
              <a:defRPr sz="1200"/>
            </a:lvl1pPr>
            <a:lvl2pPr indent="-304800" lvl="1" marL="914400" rtl="0">
              <a:spcBef>
                <a:spcPts val="0"/>
              </a:spcBef>
              <a:spcAft>
                <a:spcPts val="0"/>
              </a:spcAft>
              <a:buSzPts val="1200"/>
              <a:buChar char="○"/>
              <a:defRPr sz="1200"/>
            </a:lvl2pPr>
            <a:lvl3pPr indent="-304800" lvl="2" marL="1371600" rtl="0">
              <a:spcBef>
                <a:spcPts val="0"/>
              </a:spcBef>
              <a:spcAft>
                <a:spcPts val="0"/>
              </a:spcAft>
              <a:buSzPts val="1200"/>
              <a:buChar char="■"/>
              <a:defRPr sz="1200"/>
            </a:lvl3pPr>
            <a:lvl4pPr indent="-304800" lvl="3" marL="1828800" rtl="0">
              <a:spcBef>
                <a:spcPts val="0"/>
              </a:spcBef>
              <a:spcAft>
                <a:spcPts val="0"/>
              </a:spcAft>
              <a:buSzPts val="1200"/>
              <a:buChar char="●"/>
              <a:defRPr sz="1200"/>
            </a:lvl4pPr>
            <a:lvl5pPr indent="-304800" lvl="4" marL="2286000" rtl="0">
              <a:spcBef>
                <a:spcPts val="0"/>
              </a:spcBef>
              <a:spcAft>
                <a:spcPts val="0"/>
              </a:spcAft>
              <a:buSzPts val="1200"/>
              <a:buChar char="○"/>
              <a:defRPr sz="1200"/>
            </a:lvl5pPr>
            <a:lvl6pPr indent="-304800" lvl="5" marL="2743200" rtl="0">
              <a:spcBef>
                <a:spcPts val="0"/>
              </a:spcBef>
              <a:spcAft>
                <a:spcPts val="0"/>
              </a:spcAft>
              <a:buSzPts val="1200"/>
              <a:buChar char="■"/>
              <a:defRPr sz="1200"/>
            </a:lvl6pPr>
            <a:lvl7pPr indent="-304800" lvl="6" marL="3200400" rtl="0">
              <a:spcBef>
                <a:spcPts val="0"/>
              </a:spcBef>
              <a:spcAft>
                <a:spcPts val="0"/>
              </a:spcAft>
              <a:buSzPts val="1200"/>
              <a:buChar char="●"/>
              <a:defRPr sz="1200"/>
            </a:lvl7pPr>
            <a:lvl8pPr indent="-304800" lvl="7" marL="3657600" rtl="0">
              <a:spcBef>
                <a:spcPts val="0"/>
              </a:spcBef>
              <a:spcAft>
                <a:spcPts val="0"/>
              </a:spcAft>
              <a:buSzPts val="1200"/>
              <a:buChar char="○"/>
              <a:defRPr sz="1200"/>
            </a:lvl8pPr>
            <a:lvl9pPr indent="-304800" lvl="8" marL="4114800" rtl="0">
              <a:spcBef>
                <a:spcPts val="0"/>
              </a:spcBef>
              <a:spcAft>
                <a:spcPts val="0"/>
              </a:spcAft>
              <a:buSzPts val="1200"/>
              <a:buChar char="■"/>
              <a:defRPr sz="1200"/>
            </a:lvl9pPr>
          </a:lstStyle>
          <a:p/>
        </p:txBody>
      </p:sp>
      <p:sp>
        <p:nvSpPr>
          <p:cNvPr id="32" name="Google Shape;32;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3"/>
        </a:solidFill>
      </p:bgPr>
    </p:bg>
    <p:spTree>
      <p:nvGrpSpPr>
        <p:cNvPr id="33" name="Shape 33"/>
        <p:cNvGrpSpPr/>
        <p:nvPr/>
      </p:nvGrpSpPr>
      <p:grpSpPr>
        <a:xfrm>
          <a:off x="0" y="0"/>
          <a:ext cx="0" cy="0"/>
          <a:chOff x="0" y="0"/>
          <a:chExt cx="0" cy="0"/>
        </a:xfrm>
      </p:grpSpPr>
      <p:sp>
        <p:nvSpPr>
          <p:cNvPr id="34" name="Google Shape;34;p8"/>
          <p:cNvSpPr txBox="1"/>
          <p:nvPr>
            <p:ph type="title"/>
          </p:nvPr>
        </p:nvSpPr>
        <p:spPr>
          <a:xfrm>
            <a:off x="490250" y="526350"/>
            <a:ext cx="5683800" cy="4090800"/>
          </a:xfrm>
          <a:prstGeom prst="rect">
            <a:avLst/>
          </a:prstGeom>
        </p:spPr>
        <p:txBody>
          <a:bodyPr anchorCtr="0" anchor="ctr" bIns="91425" lIns="91425" spcFirstLastPara="1" rIns="91425" wrap="square" tIns="91425">
            <a:normAutofit/>
          </a:bodyPr>
          <a:lstStyle>
            <a:lvl1pPr lvl="0" rtl="0">
              <a:spcBef>
                <a:spcPts val="0"/>
              </a:spcBef>
              <a:spcAft>
                <a:spcPts val="0"/>
              </a:spcAft>
              <a:buClr>
                <a:schemeClr val="lt1"/>
              </a:buClr>
              <a:buSzPts val="4800"/>
              <a:buNone/>
              <a:defRPr sz="4800">
                <a:solidFill>
                  <a:schemeClr val="lt1"/>
                </a:solidFill>
              </a:defRPr>
            </a:lvl1pPr>
            <a:lvl2pPr lvl="1" rtl="0">
              <a:spcBef>
                <a:spcPts val="0"/>
              </a:spcBef>
              <a:spcAft>
                <a:spcPts val="0"/>
              </a:spcAft>
              <a:buClr>
                <a:schemeClr val="lt1"/>
              </a:buClr>
              <a:buSzPts val="4800"/>
              <a:buNone/>
              <a:defRPr sz="4800">
                <a:solidFill>
                  <a:schemeClr val="lt1"/>
                </a:solidFill>
              </a:defRPr>
            </a:lvl2pPr>
            <a:lvl3pPr lvl="2" rtl="0">
              <a:spcBef>
                <a:spcPts val="0"/>
              </a:spcBef>
              <a:spcAft>
                <a:spcPts val="0"/>
              </a:spcAft>
              <a:buClr>
                <a:schemeClr val="lt1"/>
              </a:buClr>
              <a:buSzPts val="4800"/>
              <a:buNone/>
              <a:defRPr sz="4800">
                <a:solidFill>
                  <a:schemeClr val="lt1"/>
                </a:solidFill>
              </a:defRPr>
            </a:lvl3pPr>
            <a:lvl4pPr lvl="3" rtl="0">
              <a:spcBef>
                <a:spcPts val="0"/>
              </a:spcBef>
              <a:spcAft>
                <a:spcPts val="0"/>
              </a:spcAft>
              <a:buClr>
                <a:schemeClr val="lt1"/>
              </a:buClr>
              <a:buSzPts val="4800"/>
              <a:buNone/>
              <a:defRPr sz="4800">
                <a:solidFill>
                  <a:schemeClr val="lt1"/>
                </a:solidFill>
              </a:defRPr>
            </a:lvl4pPr>
            <a:lvl5pPr lvl="4" rtl="0">
              <a:spcBef>
                <a:spcPts val="0"/>
              </a:spcBef>
              <a:spcAft>
                <a:spcPts val="0"/>
              </a:spcAft>
              <a:buClr>
                <a:schemeClr val="lt1"/>
              </a:buClr>
              <a:buSzPts val="4800"/>
              <a:buNone/>
              <a:defRPr sz="4800">
                <a:solidFill>
                  <a:schemeClr val="lt1"/>
                </a:solidFill>
              </a:defRPr>
            </a:lvl5pPr>
            <a:lvl6pPr lvl="5" rtl="0">
              <a:spcBef>
                <a:spcPts val="0"/>
              </a:spcBef>
              <a:spcAft>
                <a:spcPts val="0"/>
              </a:spcAft>
              <a:buClr>
                <a:schemeClr val="lt1"/>
              </a:buClr>
              <a:buSzPts val="4800"/>
              <a:buNone/>
              <a:defRPr sz="4800">
                <a:solidFill>
                  <a:schemeClr val="lt1"/>
                </a:solidFill>
              </a:defRPr>
            </a:lvl6pPr>
            <a:lvl7pPr lvl="6" rtl="0">
              <a:spcBef>
                <a:spcPts val="0"/>
              </a:spcBef>
              <a:spcAft>
                <a:spcPts val="0"/>
              </a:spcAft>
              <a:buClr>
                <a:schemeClr val="lt1"/>
              </a:buClr>
              <a:buSzPts val="4800"/>
              <a:buNone/>
              <a:defRPr sz="4800">
                <a:solidFill>
                  <a:schemeClr val="lt1"/>
                </a:solidFill>
              </a:defRPr>
            </a:lvl7pPr>
            <a:lvl8pPr lvl="7" rtl="0">
              <a:spcBef>
                <a:spcPts val="0"/>
              </a:spcBef>
              <a:spcAft>
                <a:spcPts val="0"/>
              </a:spcAft>
              <a:buClr>
                <a:schemeClr val="lt1"/>
              </a:buClr>
              <a:buSzPts val="4800"/>
              <a:buNone/>
              <a:defRPr sz="4800">
                <a:solidFill>
                  <a:schemeClr val="lt1"/>
                </a:solidFill>
              </a:defRPr>
            </a:lvl8pPr>
            <a:lvl9pPr lvl="8" rtl="0">
              <a:spcBef>
                <a:spcPts val="0"/>
              </a:spcBef>
              <a:spcAft>
                <a:spcPts val="0"/>
              </a:spcAft>
              <a:buClr>
                <a:schemeClr val="lt1"/>
              </a:buClr>
              <a:buSzPts val="4800"/>
              <a:buNone/>
              <a:defRPr sz="4800">
                <a:solidFill>
                  <a:schemeClr val="lt1"/>
                </a:solidFill>
              </a:defRPr>
            </a:lvl9pPr>
          </a:lstStyle>
          <a:p/>
        </p:txBody>
      </p:sp>
      <p:sp>
        <p:nvSpPr>
          <p:cNvPr id="35" name="Google Shape;35;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solidFill>
                  <a:schemeClr val="lt1"/>
                </a:solidFill>
              </a:defRPr>
            </a:lvl1pPr>
            <a:lvl2pPr lvl="1" rtl="0">
              <a:buNone/>
              <a:defRPr>
                <a:solidFill>
                  <a:schemeClr val="lt1"/>
                </a:solidFill>
              </a:defRPr>
            </a:lvl2pPr>
            <a:lvl3pPr lvl="2" rtl="0">
              <a:buNone/>
              <a:defRPr>
                <a:solidFill>
                  <a:schemeClr val="lt1"/>
                </a:solidFill>
              </a:defRPr>
            </a:lvl3pPr>
            <a:lvl4pPr lvl="3" rtl="0">
              <a:buNone/>
              <a:defRPr>
                <a:solidFill>
                  <a:schemeClr val="lt1"/>
                </a:solidFill>
              </a:defRPr>
            </a:lvl4pPr>
            <a:lvl5pPr lvl="4" rtl="0">
              <a:buNone/>
              <a:defRPr>
                <a:solidFill>
                  <a:schemeClr val="lt1"/>
                </a:solidFill>
              </a:defRPr>
            </a:lvl5pPr>
            <a:lvl6pPr lvl="5" rtl="0">
              <a:buNone/>
              <a:defRPr>
                <a:solidFill>
                  <a:schemeClr val="lt1"/>
                </a:solidFill>
              </a:defRPr>
            </a:lvl6pPr>
            <a:lvl7pPr lvl="6" rtl="0">
              <a:buNone/>
              <a:defRPr>
                <a:solidFill>
                  <a:schemeClr val="lt1"/>
                </a:solidFill>
              </a:defRPr>
            </a:lvl7pPr>
            <a:lvl8pPr lvl="7" rtl="0">
              <a:buNone/>
              <a:defRPr>
                <a:solidFill>
                  <a:schemeClr val="lt1"/>
                </a:solidFill>
              </a:defRPr>
            </a:lvl8pPr>
            <a:lvl9pPr lvl="8" rtl="0">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6" name="Shape 36"/>
        <p:cNvGrpSpPr/>
        <p:nvPr/>
      </p:nvGrpSpPr>
      <p:grpSpPr>
        <a:xfrm>
          <a:off x="0" y="0"/>
          <a:ext cx="0" cy="0"/>
          <a:chOff x="0" y="0"/>
          <a:chExt cx="0" cy="0"/>
        </a:xfrm>
      </p:grpSpPr>
      <p:sp>
        <p:nvSpPr>
          <p:cNvPr id="37" name="Google Shape;37;p9"/>
          <p:cNvSpPr/>
          <p:nvPr/>
        </p:nvSpPr>
        <p:spPr>
          <a:xfrm>
            <a:off x="4572000" y="100"/>
            <a:ext cx="4572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38" name="Google Shape;38;p9"/>
          <p:cNvCxnSpPr/>
          <p:nvPr/>
        </p:nvCxnSpPr>
        <p:spPr>
          <a:xfrm>
            <a:off x="5029675" y="4495500"/>
            <a:ext cx="468300" cy="0"/>
          </a:xfrm>
          <a:prstGeom prst="straightConnector1">
            <a:avLst/>
          </a:prstGeom>
          <a:noFill/>
          <a:ln cap="flat" cmpd="sng" w="19050">
            <a:solidFill>
              <a:schemeClr val="lt1"/>
            </a:solidFill>
            <a:prstDash val="solid"/>
            <a:round/>
            <a:headEnd len="sm" w="sm" type="none"/>
            <a:tailEnd len="sm" w="sm" type="none"/>
          </a:ln>
        </p:spPr>
      </p:cxnSp>
      <p:sp>
        <p:nvSpPr>
          <p:cNvPr id="39" name="Google Shape;39;p9"/>
          <p:cNvSpPr txBox="1"/>
          <p:nvPr>
            <p:ph type="title"/>
          </p:nvPr>
        </p:nvSpPr>
        <p:spPr>
          <a:xfrm>
            <a:off x="265500" y="1375599"/>
            <a:ext cx="4045200" cy="1551900"/>
          </a:xfrm>
          <a:prstGeom prst="rect">
            <a:avLst/>
          </a:prstGeom>
        </p:spPr>
        <p:txBody>
          <a:bodyPr anchorCtr="0" anchor="b" bIns="91425" lIns="91425" spcFirstLastPara="1" rIns="91425" wrap="square" tIns="91425">
            <a:normAutofit/>
          </a:bodyPr>
          <a:lstStyle>
            <a:lvl1pPr lvl="0" rtl="0" algn="ctr">
              <a:spcBef>
                <a:spcPts val="0"/>
              </a:spcBef>
              <a:spcAft>
                <a:spcPts val="0"/>
              </a:spcAft>
              <a:buSzPts val="3800"/>
              <a:buNone/>
              <a:defRPr sz="3800"/>
            </a:lvl1pPr>
            <a:lvl2pPr lvl="1" rtl="0" algn="ctr">
              <a:spcBef>
                <a:spcPts val="0"/>
              </a:spcBef>
              <a:spcAft>
                <a:spcPts val="0"/>
              </a:spcAft>
              <a:buSzPts val="3800"/>
              <a:buNone/>
              <a:defRPr sz="3800"/>
            </a:lvl2pPr>
            <a:lvl3pPr lvl="2" rtl="0" algn="ctr">
              <a:spcBef>
                <a:spcPts val="0"/>
              </a:spcBef>
              <a:spcAft>
                <a:spcPts val="0"/>
              </a:spcAft>
              <a:buSzPts val="3800"/>
              <a:buNone/>
              <a:defRPr sz="3800"/>
            </a:lvl3pPr>
            <a:lvl4pPr lvl="3" rtl="0" algn="ctr">
              <a:spcBef>
                <a:spcPts val="0"/>
              </a:spcBef>
              <a:spcAft>
                <a:spcPts val="0"/>
              </a:spcAft>
              <a:buSzPts val="3800"/>
              <a:buNone/>
              <a:defRPr sz="3800"/>
            </a:lvl4pPr>
            <a:lvl5pPr lvl="4" rtl="0" algn="ctr">
              <a:spcBef>
                <a:spcPts val="0"/>
              </a:spcBef>
              <a:spcAft>
                <a:spcPts val="0"/>
              </a:spcAft>
              <a:buSzPts val="3800"/>
              <a:buNone/>
              <a:defRPr sz="3800"/>
            </a:lvl5pPr>
            <a:lvl6pPr lvl="5" rtl="0" algn="ctr">
              <a:spcBef>
                <a:spcPts val="0"/>
              </a:spcBef>
              <a:spcAft>
                <a:spcPts val="0"/>
              </a:spcAft>
              <a:buSzPts val="3800"/>
              <a:buNone/>
              <a:defRPr sz="3800"/>
            </a:lvl6pPr>
            <a:lvl7pPr lvl="6" rtl="0" algn="ctr">
              <a:spcBef>
                <a:spcPts val="0"/>
              </a:spcBef>
              <a:spcAft>
                <a:spcPts val="0"/>
              </a:spcAft>
              <a:buSzPts val="3800"/>
              <a:buNone/>
              <a:defRPr sz="3800"/>
            </a:lvl7pPr>
            <a:lvl8pPr lvl="7" rtl="0" algn="ctr">
              <a:spcBef>
                <a:spcPts val="0"/>
              </a:spcBef>
              <a:spcAft>
                <a:spcPts val="0"/>
              </a:spcAft>
              <a:buSzPts val="3800"/>
              <a:buNone/>
              <a:defRPr sz="3800"/>
            </a:lvl8pPr>
            <a:lvl9pPr lvl="8" rtl="0" algn="ctr">
              <a:spcBef>
                <a:spcPts val="0"/>
              </a:spcBef>
              <a:spcAft>
                <a:spcPts val="0"/>
              </a:spcAft>
              <a:buSzPts val="3800"/>
              <a:buNone/>
              <a:defRPr sz="3800"/>
            </a:lvl9pPr>
          </a:lstStyle>
          <a:p/>
        </p:txBody>
      </p:sp>
      <p:sp>
        <p:nvSpPr>
          <p:cNvPr id="40" name="Google Shape;40;p9"/>
          <p:cNvSpPr txBox="1"/>
          <p:nvPr>
            <p:ph idx="1" type="subTitle"/>
          </p:nvPr>
        </p:nvSpPr>
        <p:spPr>
          <a:xfrm>
            <a:off x="265500" y="2981125"/>
            <a:ext cx="4045200" cy="1345500"/>
          </a:xfrm>
          <a:prstGeom prst="rect">
            <a:avLst/>
          </a:prstGeom>
        </p:spPr>
        <p:txBody>
          <a:bodyPr anchorCtr="0" anchor="t" bIns="91425" lIns="91425" spcFirstLastPara="1" rIns="91425" wrap="square" tIns="91425">
            <a:normAutofit/>
          </a:bodyPr>
          <a:lstStyle>
            <a:lvl1pPr lvl="0" rtl="0" algn="ctr">
              <a:lnSpc>
                <a:spcPct val="100000"/>
              </a:lnSpc>
              <a:spcBef>
                <a:spcPts val="0"/>
              </a:spcBef>
              <a:spcAft>
                <a:spcPts val="0"/>
              </a:spcAft>
              <a:buSzPts val="1800"/>
              <a:buNone/>
              <a:defRPr/>
            </a:lvl1pPr>
            <a:lvl2pPr lvl="1" rtl="0" algn="ctr">
              <a:lnSpc>
                <a:spcPct val="100000"/>
              </a:lnSpc>
              <a:spcBef>
                <a:spcPts val="0"/>
              </a:spcBef>
              <a:spcAft>
                <a:spcPts val="0"/>
              </a:spcAft>
              <a:buSzPts val="1800"/>
              <a:buNone/>
              <a:defRPr sz="1800"/>
            </a:lvl2pPr>
            <a:lvl3pPr lvl="2" rtl="0" algn="ctr">
              <a:lnSpc>
                <a:spcPct val="100000"/>
              </a:lnSpc>
              <a:spcBef>
                <a:spcPts val="0"/>
              </a:spcBef>
              <a:spcAft>
                <a:spcPts val="0"/>
              </a:spcAft>
              <a:buSzPts val="1800"/>
              <a:buNone/>
              <a:defRPr sz="1800"/>
            </a:lvl3pPr>
            <a:lvl4pPr lvl="3" rtl="0" algn="ctr">
              <a:lnSpc>
                <a:spcPct val="100000"/>
              </a:lnSpc>
              <a:spcBef>
                <a:spcPts val="0"/>
              </a:spcBef>
              <a:spcAft>
                <a:spcPts val="0"/>
              </a:spcAft>
              <a:buSzPts val="1800"/>
              <a:buNone/>
              <a:defRPr sz="1800"/>
            </a:lvl4pPr>
            <a:lvl5pPr lvl="4" rtl="0" algn="ctr">
              <a:lnSpc>
                <a:spcPct val="100000"/>
              </a:lnSpc>
              <a:spcBef>
                <a:spcPts val="0"/>
              </a:spcBef>
              <a:spcAft>
                <a:spcPts val="0"/>
              </a:spcAft>
              <a:buSzPts val="1800"/>
              <a:buNone/>
              <a:defRPr sz="1800"/>
            </a:lvl5pPr>
            <a:lvl6pPr lvl="5" rtl="0" algn="ctr">
              <a:lnSpc>
                <a:spcPct val="100000"/>
              </a:lnSpc>
              <a:spcBef>
                <a:spcPts val="0"/>
              </a:spcBef>
              <a:spcAft>
                <a:spcPts val="0"/>
              </a:spcAft>
              <a:buSzPts val="1800"/>
              <a:buNone/>
              <a:defRPr sz="1800"/>
            </a:lvl6pPr>
            <a:lvl7pPr lvl="6" rtl="0" algn="ctr">
              <a:lnSpc>
                <a:spcPct val="100000"/>
              </a:lnSpc>
              <a:spcBef>
                <a:spcPts val="0"/>
              </a:spcBef>
              <a:spcAft>
                <a:spcPts val="0"/>
              </a:spcAft>
              <a:buSzPts val="1800"/>
              <a:buNone/>
              <a:defRPr sz="1800"/>
            </a:lvl7pPr>
            <a:lvl8pPr lvl="7" rtl="0" algn="ctr">
              <a:lnSpc>
                <a:spcPct val="100000"/>
              </a:lnSpc>
              <a:spcBef>
                <a:spcPts val="0"/>
              </a:spcBef>
              <a:spcAft>
                <a:spcPts val="0"/>
              </a:spcAft>
              <a:buSzPts val="1800"/>
              <a:buNone/>
              <a:defRPr sz="1800"/>
            </a:lvl8pPr>
            <a:lvl9pPr lvl="8" rtl="0" algn="ctr">
              <a:lnSpc>
                <a:spcPct val="100000"/>
              </a:lnSpc>
              <a:spcBef>
                <a:spcPts val="0"/>
              </a:spcBef>
              <a:spcAft>
                <a:spcPts val="0"/>
              </a:spcAft>
              <a:buSzPts val="1800"/>
              <a:buNone/>
              <a:defRPr sz="1800"/>
            </a:lvl9pPr>
          </a:lstStyle>
          <a:p/>
        </p:txBody>
      </p:sp>
      <p:sp>
        <p:nvSpPr>
          <p:cNvPr id="41" name="Google Shape;41;p9"/>
          <p:cNvSpPr txBox="1"/>
          <p:nvPr>
            <p:ph idx="2" type="body"/>
          </p:nvPr>
        </p:nvSpPr>
        <p:spPr>
          <a:xfrm>
            <a:off x="4939500" y="724200"/>
            <a:ext cx="3837000" cy="3695100"/>
          </a:xfrm>
          <a:prstGeom prst="rect">
            <a:avLst/>
          </a:prstGeom>
        </p:spPr>
        <p:txBody>
          <a:bodyPr anchorCtr="0" anchor="ctr" bIns="91425" lIns="91425" spcFirstLastPara="1" rIns="91425" wrap="square" tIns="91425">
            <a:normAutofit/>
          </a:bodyPr>
          <a:lstStyle>
            <a:lvl1pPr indent="-342900" lvl="0" marL="457200" rtl="0">
              <a:spcBef>
                <a:spcPts val="0"/>
              </a:spcBef>
              <a:spcAft>
                <a:spcPts val="0"/>
              </a:spcAft>
              <a:buClr>
                <a:schemeClr val="lt1"/>
              </a:buClr>
              <a:buSzPts val="1800"/>
              <a:buChar char="●"/>
              <a:defRPr>
                <a:solidFill>
                  <a:schemeClr val="lt1"/>
                </a:solidFill>
              </a:defRPr>
            </a:lvl1pPr>
            <a:lvl2pPr indent="-317500" lvl="1" marL="914400" rtl="0">
              <a:spcBef>
                <a:spcPts val="0"/>
              </a:spcBef>
              <a:spcAft>
                <a:spcPts val="0"/>
              </a:spcAft>
              <a:buClr>
                <a:schemeClr val="lt1"/>
              </a:buClr>
              <a:buSzPts val="1400"/>
              <a:buChar char="○"/>
              <a:defRPr>
                <a:solidFill>
                  <a:schemeClr val="lt1"/>
                </a:solidFill>
              </a:defRPr>
            </a:lvl2pPr>
            <a:lvl3pPr indent="-317500" lvl="2" marL="1371600" rtl="0">
              <a:spcBef>
                <a:spcPts val="0"/>
              </a:spcBef>
              <a:spcAft>
                <a:spcPts val="0"/>
              </a:spcAft>
              <a:buClr>
                <a:schemeClr val="lt1"/>
              </a:buClr>
              <a:buSzPts val="1400"/>
              <a:buChar char="■"/>
              <a:defRPr>
                <a:solidFill>
                  <a:schemeClr val="lt1"/>
                </a:solidFill>
              </a:defRPr>
            </a:lvl3pPr>
            <a:lvl4pPr indent="-317500" lvl="3" marL="1828800" rtl="0">
              <a:spcBef>
                <a:spcPts val="0"/>
              </a:spcBef>
              <a:spcAft>
                <a:spcPts val="0"/>
              </a:spcAft>
              <a:buClr>
                <a:schemeClr val="lt1"/>
              </a:buClr>
              <a:buSzPts val="1400"/>
              <a:buChar char="●"/>
              <a:defRPr>
                <a:solidFill>
                  <a:schemeClr val="lt1"/>
                </a:solidFill>
              </a:defRPr>
            </a:lvl4pPr>
            <a:lvl5pPr indent="-317500" lvl="4" marL="2286000" rtl="0">
              <a:spcBef>
                <a:spcPts val="0"/>
              </a:spcBef>
              <a:spcAft>
                <a:spcPts val="0"/>
              </a:spcAft>
              <a:buClr>
                <a:schemeClr val="lt1"/>
              </a:buClr>
              <a:buSzPts val="1400"/>
              <a:buChar char="○"/>
              <a:defRPr>
                <a:solidFill>
                  <a:schemeClr val="lt1"/>
                </a:solidFill>
              </a:defRPr>
            </a:lvl5pPr>
            <a:lvl6pPr indent="-317500" lvl="5" marL="2743200" rtl="0">
              <a:spcBef>
                <a:spcPts val="0"/>
              </a:spcBef>
              <a:spcAft>
                <a:spcPts val="0"/>
              </a:spcAft>
              <a:buClr>
                <a:schemeClr val="lt1"/>
              </a:buClr>
              <a:buSzPts val="1400"/>
              <a:buChar char="■"/>
              <a:defRPr>
                <a:solidFill>
                  <a:schemeClr val="lt1"/>
                </a:solidFill>
              </a:defRPr>
            </a:lvl6pPr>
            <a:lvl7pPr indent="-317500" lvl="6" marL="3200400" rtl="0">
              <a:spcBef>
                <a:spcPts val="0"/>
              </a:spcBef>
              <a:spcAft>
                <a:spcPts val="0"/>
              </a:spcAft>
              <a:buClr>
                <a:schemeClr val="lt1"/>
              </a:buClr>
              <a:buSzPts val="1400"/>
              <a:buChar char="●"/>
              <a:defRPr>
                <a:solidFill>
                  <a:schemeClr val="lt1"/>
                </a:solidFill>
              </a:defRPr>
            </a:lvl7pPr>
            <a:lvl8pPr indent="-317500" lvl="7" marL="3657600" rtl="0">
              <a:spcBef>
                <a:spcPts val="0"/>
              </a:spcBef>
              <a:spcAft>
                <a:spcPts val="0"/>
              </a:spcAft>
              <a:buClr>
                <a:schemeClr val="lt1"/>
              </a:buClr>
              <a:buSzPts val="1400"/>
              <a:buChar char="○"/>
              <a:defRPr>
                <a:solidFill>
                  <a:schemeClr val="lt1"/>
                </a:solidFill>
              </a:defRPr>
            </a:lvl8pPr>
            <a:lvl9pPr indent="-317500" lvl="8" marL="4114800" rtl="0">
              <a:spcBef>
                <a:spcPts val="0"/>
              </a:spcBef>
              <a:spcAft>
                <a:spcPts val="0"/>
              </a:spcAft>
              <a:buClr>
                <a:schemeClr val="lt1"/>
              </a:buClr>
              <a:buSzPts val="1400"/>
              <a:buChar char="■"/>
              <a:defRPr>
                <a:solidFill>
                  <a:schemeClr val="lt1"/>
                </a:solidFill>
              </a:defRPr>
            </a:lvl9pPr>
          </a:lstStyle>
          <a:p/>
        </p:txBody>
      </p:sp>
      <p:sp>
        <p:nvSpPr>
          <p:cNvPr id="42" name="Google Shape;42;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solidFill>
                  <a:schemeClr val="lt1"/>
                </a:solidFill>
              </a:defRPr>
            </a:lvl1pPr>
            <a:lvl2pPr lvl="1" rtl="0">
              <a:buNone/>
              <a:defRPr>
                <a:solidFill>
                  <a:schemeClr val="lt1"/>
                </a:solidFill>
              </a:defRPr>
            </a:lvl2pPr>
            <a:lvl3pPr lvl="2" rtl="0">
              <a:buNone/>
              <a:defRPr>
                <a:solidFill>
                  <a:schemeClr val="lt1"/>
                </a:solidFill>
              </a:defRPr>
            </a:lvl3pPr>
            <a:lvl4pPr lvl="3" rtl="0">
              <a:buNone/>
              <a:defRPr>
                <a:solidFill>
                  <a:schemeClr val="lt1"/>
                </a:solidFill>
              </a:defRPr>
            </a:lvl4pPr>
            <a:lvl5pPr lvl="4" rtl="0">
              <a:buNone/>
              <a:defRPr>
                <a:solidFill>
                  <a:schemeClr val="lt1"/>
                </a:solidFill>
              </a:defRPr>
            </a:lvl5pPr>
            <a:lvl6pPr lvl="5" rtl="0">
              <a:buNone/>
              <a:defRPr>
                <a:solidFill>
                  <a:schemeClr val="lt1"/>
                </a:solidFill>
              </a:defRPr>
            </a:lvl6pPr>
            <a:lvl7pPr lvl="6" rtl="0">
              <a:buNone/>
              <a:defRPr>
                <a:solidFill>
                  <a:schemeClr val="lt1"/>
                </a:solidFill>
              </a:defRPr>
            </a:lvl7pPr>
            <a:lvl8pPr lvl="7" rtl="0">
              <a:buNone/>
              <a:defRPr>
                <a:solidFill>
                  <a:schemeClr val="lt1"/>
                </a:solidFill>
              </a:defRPr>
            </a:lvl8pPr>
            <a:lvl9pPr lvl="8" rtl="0">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3" name="Shape 43"/>
        <p:cNvGrpSpPr/>
        <p:nvPr/>
      </p:nvGrpSpPr>
      <p:grpSpPr>
        <a:xfrm>
          <a:off x="0" y="0"/>
          <a:ext cx="0" cy="0"/>
          <a:chOff x="0" y="0"/>
          <a:chExt cx="0" cy="0"/>
        </a:xfrm>
      </p:grpSpPr>
      <p:sp>
        <p:nvSpPr>
          <p:cNvPr id="44" name="Google Shape;44;p10"/>
          <p:cNvSpPr txBox="1"/>
          <p:nvPr>
            <p:ph idx="1" type="body"/>
          </p:nvPr>
        </p:nvSpPr>
        <p:spPr>
          <a:xfrm>
            <a:off x="319500" y="4233725"/>
            <a:ext cx="5998800" cy="598800"/>
          </a:xfrm>
          <a:prstGeom prst="rect">
            <a:avLst/>
          </a:prstGeom>
        </p:spPr>
        <p:txBody>
          <a:bodyPr anchorCtr="0" anchor="ctr" bIns="91425" lIns="91425" spcFirstLastPara="1" rIns="91425" wrap="square" tIns="91425">
            <a:normAutofit/>
          </a:bodyPr>
          <a:lstStyle>
            <a:lvl1pPr indent="-228600" lvl="0" marL="457200" rtl="0">
              <a:lnSpc>
                <a:spcPct val="100000"/>
              </a:lnSpc>
              <a:spcBef>
                <a:spcPts val="0"/>
              </a:spcBef>
              <a:spcAft>
                <a:spcPts val="0"/>
              </a:spcAft>
              <a:buClr>
                <a:schemeClr val="accent3"/>
              </a:buClr>
              <a:buSzPts val="1800"/>
              <a:buFont typeface="Alfa Slab One"/>
              <a:buNone/>
              <a:defRPr>
                <a:solidFill>
                  <a:schemeClr val="accent3"/>
                </a:solidFill>
                <a:latin typeface="Alfa Slab One"/>
                <a:ea typeface="Alfa Slab One"/>
                <a:cs typeface="Alfa Slab One"/>
                <a:sym typeface="Alfa Slab One"/>
              </a:defRPr>
            </a:lvl1pPr>
          </a:lstStyle>
          <a:p/>
        </p:txBody>
      </p:sp>
      <p:sp>
        <p:nvSpPr>
          <p:cNvPr id="45" name="Google Shape;45;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6" name="Shape 46"/>
        <p:cNvGrpSpPr/>
        <p:nvPr/>
      </p:nvGrpSpPr>
      <p:grpSpPr>
        <a:xfrm>
          <a:off x="0" y="0"/>
          <a:ext cx="0" cy="0"/>
          <a:chOff x="0" y="0"/>
          <a:chExt cx="0" cy="0"/>
        </a:xfrm>
      </p:grpSpPr>
      <p:sp>
        <p:nvSpPr>
          <p:cNvPr id="47" name="Google Shape;47;p11"/>
          <p:cNvSpPr txBox="1"/>
          <p:nvPr>
            <p:ph hasCustomPrompt="1" type="title"/>
          </p:nvPr>
        </p:nvSpPr>
        <p:spPr>
          <a:xfrm>
            <a:off x="311700" y="1167925"/>
            <a:ext cx="8520600" cy="1980000"/>
          </a:xfrm>
          <a:prstGeom prst="rect">
            <a:avLst/>
          </a:prstGeom>
        </p:spPr>
        <p:txBody>
          <a:bodyPr anchorCtr="0" anchor="ctr" bIns="91425" lIns="91425" spcFirstLastPara="1" rIns="91425" wrap="square" tIns="91425">
            <a:normAutofit/>
          </a:bodyPr>
          <a:lstStyle>
            <a:lvl1pPr lvl="0" rtl="0" algn="ctr">
              <a:spcBef>
                <a:spcPts val="0"/>
              </a:spcBef>
              <a:spcAft>
                <a:spcPts val="0"/>
              </a:spcAft>
              <a:buClr>
                <a:schemeClr val="dk1"/>
              </a:buClr>
              <a:buSzPts val="11000"/>
              <a:buNone/>
              <a:defRPr sz="11000">
                <a:solidFill>
                  <a:schemeClr val="dk1"/>
                </a:solidFill>
              </a:defRPr>
            </a:lvl1pPr>
            <a:lvl2pPr lvl="1" rtl="0" algn="ctr">
              <a:spcBef>
                <a:spcPts val="0"/>
              </a:spcBef>
              <a:spcAft>
                <a:spcPts val="0"/>
              </a:spcAft>
              <a:buClr>
                <a:schemeClr val="dk1"/>
              </a:buClr>
              <a:buSzPts val="11000"/>
              <a:buNone/>
              <a:defRPr sz="11000">
                <a:solidFill>
                  <a:schemeClr val="dk1"/>
                </a:solidFill>
              </a:defRPr>
            </a:lvl2pPr>
            <a:lvl3pPr lvl="2" rtl="0" algn="ctr">
              <a:spcBef>
                <a:spcPts val="0"/>
              </a:spcBef>
              <a:spcAft>
                <a:spcPts val="0"/>
              </a:spcAft>
              <a:buClr>
                <a:schemeClr val="dk1"/>
              </a:buClr>
              <a:buSzPts val="11000"/>
              <a:buNone/>
              <a:defRPr sz="11000">
                <a:solidFill>
                  <a:schemeClr val="dk1"/>
                </a:solidFill>
              </a:defRPr>
            </a:lvl3pPr>
            <a:lvl4pPr lvl="3" rtl="0" algn="ctr">
              <a:spcBef>
                <a:spcPts val="0"/>
              </a:spcBef>
              <a:spcAft>
                <a:spcPts val="0"/>
              </a:spcAft>
              <a:buClr>
                <a:schemeClr val="dk1"/>
              </a:buClr>
              <a:buSzPts val="11000"/>
              <a:buNone/>
              <a:defRPr sz="11000">
                <a:solidFill>
                  <a:schemeClr val="dk1"/>
                </a:solidFill>
              </a:defRPr>
            </a:lvl4pPr>
            <a:lvl5pPr lvl="4" rtl="0" algn="ctr">
              <a:spcBef>
                <a:spcPts val="0"/>
              </a:spcBef>
              <a:spcAft>
                <a:spcPts val="0"/>
              </a:spcAft>
              <a:buClr>
                <a:schemeClr val="dk1"/>
              </a:buClr>
              <a:buSzPts val="11000"/>
              <a:buNone/>
              <a:defRPr sz="11000">
                <a:solidFill>
                  <a:schemeClr val="dk1"/>
                </a:solidFill>
              </a:defRPr>
            </a:lvl5pPr>
            <a:lvl6pPr lvl="5" rtl="0" algn="ctr">
              <a:spcBef>
                <a:spcPts val="0"/>
              </a:spcBef>
              <a:spcAft>
                <a:spcPts val="0"/>
              </a:spcAft>
              <a:buClr>
                <a:schemeClr val="dk1"/>
              </a:buClr>
              <a:buSzPts val="11000"/>
              <a:buNone/>
              <a:defRPr sz="11000">
                <a:solidFill>
                  <a:schemeClr val="dk1"/>
                </a:solidFill>
              </a:defRPr>
            </a:lvl6pPr>
            <a:lvl7pPr lvl="6" rtl="0" algn="ctr">
              <a:spcBef>
                <a:spcPts val="0"/>
              </a:spcBef>
              <a:spcAft>
                <a:spcPts val="0"/>
              </a:spcAft>
              <a:buClr>
                <a:schemeClr val="dk1"/>
              </a:buClr>
              <a:buSzPts val="11000"/>
              <a:buNone/>
              <a:defRPr sz="11000">
                <a:solidFill>
                  <a:schemeClr val="dk1"/>
                </a:solidFill>
              </a:defRPr>
            </a:lvl7pPr>
            <a:lvl8pPr lvl="7" rtl="0" algn="ctr">
              <a:spcBef>
                <a:spcPts val="0"/>
              </a:spcBef>
              <a:spcAft>
                <a:spcPts val="0"/>
              </a:spcAft>
              <a:buClr>
                <a:schemeClr val="dk1"/>
              </a:buClr>
              <a:buSzPts val="11000"/>
              <a:buNone/>
              <a:defRPr sz="11000">
                <a:solidFill>
                  <a:schemeClr val="dk1"/>
                </a:solidFill>
              </a:defRPr>
            </a:lvl8pPr>
            <a:lvl9pPr lvl="8" rtl="0" algn="ctr">
              <a:spcBef>
                <a:spcPts val="0"/>
              </a:spcBef>
              <a:spcAft>
                <a:spcPts val="0"/>
              </a:spcAft>
              <a:buClr>
                <a:schemeClr val="dk1"/>
              </a:buClr>
              <a:buSzPts val="11000"/>
              <a:buNone/>
              <a:defRPr sz="11000">
                <a:solidFill>
                  <a:schemeClr val="dk1"/>
                </a:solidFill>
              </a:defRPr>
            </a:lvl9pPr>
          </a:lstStyle>
          <a:p>
            <a:r>
              <a:t>xx%</a:t>
            </a:r>
          </a:p>
        </p:txBody>
      </p:sp>
      <p:sp>
        <p:nvSpPr>
          <p:cNvPr id="48" name="Google Shape;48;p11"/>
          <p:cNvSpPr txBox="1"/>
          <p:nvPr>
            <p:ph idx="1" type="body"/>
          </p:nvPr>
        </p:nvSpPr>
        <p:spPr>
          <a:xfrm>
            <a:off x="311700" y="3224250"/>
            <a:ext cx="8520600" cy="1071600"/>
          </a:xfrm>
          <a:prstGeom prst="rect">
            <a:avLst/>
          </a:prstGeom>
        </p:spPr>
        <p:txBody>
          <a:bodyPr anchorCtr="0" anchor="t" bIns="91425" lIns="91425" spcFirstLastPara="1" rIns="91425" wrap="square" tIns="91425">
            <a:normAutofit/>
          </a:bodyPr>
          <a:lstStyle>
            <a:lvl1pPr indent="-342900" lvl="0" marL="457200" rtl="0" algn="ctr">
              <a:spcBef>
                <a:spcPts val="0"/>
              </a:spcBef>
              <a:spcAft>
                <a:spcPts val="0"/>
              </a:spcAft>
              <a:buSzPts val="1800"/>
              <a:buChar char="●"/>
              <a:defRPr/>
            </a:lvl1pPr>
            <a:lvl2pPr indent="-317500" lvl="1" marL="914400" rtl="0" algn="ctr">
              <a:spcBef>
                <a:spcPts val="0"/>
              </a:spcBef>
              <a:spcAft>
                <a:spcPts val="0"/>
              </a:spcAft>
              <a:buSzPts val="1400"/>
              <a:buChar char="○"/>
              <a:defRPr/>
            </a:lvl2pPr>
            <a:lvl3pPr indent="-317500" lvl="2" marL="1371600" rtl="0" algn="ctr">
              <a:spcBef>
                <a:spcPts val="0"/>
              </a:spcBef>
              <a:spcAft>
                <a:spcPts val="0"/>
              </a:spcAft>
              <a:buSzPts val="1400"/>
              <a:buChar char="■"/>
              <a:defRPr/>
            </a:lvl3pPr>
            <a:lvl4pPr indent="-317500" lvl="3" marL="1828800" rtl="0" algn="ctr">
              <a:spcBef>
                <a:spcPts val="0"/>
              </a:spcBef>
              <a:spcAft>
                <a:spcPts val="0"/>
              </a:spcAft>
              <a:buSzPts val="1400"/>
              <a:buChar char="●"/>
              <a:defRPr/>
            </a:lvl4pPr>
            <a:lvl5pPr indent="-317500" lvl="4" marL="2286000" rtl="0" algn="ctr">
              <a:spcBef>
                <a:spcPts val="0"/>
              </a:spcBef>
              <a:spcAft>
                <a:spcPts val="0"/>
              </a:spcAft>
              <a:buSzPts val="1400"/>
              <a:buChar char="○"/>
              <a:defRPr/>
            </a:lvl5pPr>
            <a:lvl6pPr indent="-317500" lvl="5" marL="2743200" rtl="0" algn="ctr">
              <a:spcBef>
                <a:spcPts val="0"/>
              </a:spcBef>
              <a:spcAft>
                <a:spcPts val="0"/>
              </a:spcAft>
              <a:buSzPts val="1400"/>
              <a:buChar char="■"/>
              <a:defRPr/>
            </a:lvl6pPr>
            <a:lvl7pPr indent="-317500" lvl="6" marL="3200400" rtl="0" algn="ctr">
              <a:spcBef>
                <a:spcPts val="0"/>
              </a:spcBef>
              <a:spcAft>
                <a:spcPts val="0"/>
              </a:spcAft>
              <a:buSzPts val="1400"/>
              <a:buChar char="●"/>
              <a:defRPr/>
            </a:lvl7pPr>
            <a:lvl8pPr indent="-317500" lvl="7" marL="3657600" rtl="0" algn="ctr">
              <a:spcBef>
                <a:spcPts val="0"/>
              </a:spcBef>
              <a:spcAft>
                <a:spcPts val="0"/>
              </a:spcAft>
              <a:buSzPts val="1400"/>
              <a:buChar char="○"/>
              <a:defRPr/>
            </a:lvl8pPr>
            <a:lvl9pPr indent="-317500" lvl="8" marL="4114800" rtl="0" algn="ctr">
              <a:spcBef>
                <a:spcPts val="0"/>
              </a:spcBef>
              <a:spcAft>
                <a:spcPts val="0"/>
              </a:spcAft>
              <a:buSzPts val="1400"/>
              <a:buChar char="■"/>
              <a:defRPr/>
            </a:lvl9pPr>
          </a:lstStyle>
          <a:p/>
        </p:txBody>
      </p:sp>
      <p:sp>
        <p:nvSpPr>
          <p:cNvPr id="49" name="Google Shape;49;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0" name="Shape 50"/>
        <p:cNvGrpSpPr/>
        <p:nvPr/>
      </p:nvGrpSpPr>
      <p:grpSpPr>
        <a:xfrm>
          <a:off x="0" y="0"/>
          <a:ext cx="0" cy="0"/>
          <a:chOff x="0" y="0"/>
          <a:chExt cx="0" cy="0"/>
        </a:xfrm>
      </p:grpSpPr>
      <p:sp>
        <p:nvSpPr>
          <p:cNvPr id="51" name="Google Shape;51;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gameday">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rtl="0">
              <a:spcBef>
                <a:spcPts val="0"/>
              </a:spcBef>
              <a:spcAft>
                <a:spcPts val="0"/>
              </a:spcAft>
              <a:buClr>
                <a:schemeClr val="accent3"/>
              </a:buClr>
              <a:buSzPts val="3000"/>
              <a:buFont typeface="Alfa Slab One"/>
              <a:buNone/>
              <a:defRPr sz="3000">
                <a:solidFill>
                  <a:schemeClr val="accent3"/>
                </a:solidFill>
                <a:latin typeface="Alfa Slab One"/>
                <a:ea typeface="Alfa Slab One"/>
                <a:cs typeface="Alfa Slab One"/>
                <a:sym typeface="Alfa Slab One"/>
              </a:defRPr>
            </a:lvl1pPr>
            <a:lvl2pPr lvl="1" rtl="0">
              <a:spcBef>
                <a:spcPts val="0"/>
              </a:spcBef>
              <a:spcAft>
                <a:spcPts val="0"/>
              </a:spcAft>
              <a:buClr>
                <a:schemeClr val="accent3"/>
              </a:buClr>
              <a:buSzPts val="3000"/>
              <a:buFont typeface="Alfa Slab One"/>
              <a:buNone/>
              <a:defRPr sz="3000">
                <a:solidFill>
                  <a:schemeClr val="accent3"/>
                </a:solidFill>
                <a:latin typeface="Alfa Slab One"/>
                <a:ea typeface="Alfa Slab One"/>
                <a:cs typeface="Alfa Slab One"/>
                <a:sym typeface="Alfa Slab One"/>
              </a:defRPr>
            </a:lvl2pPr>
            <a:lvl3pPr lvl="2" rtl="0">
              <a:spcBef>
                <a:spcPts val="0"/>
              </a:spcBef>
              <a:spcAft>
                <a:spcPts val="0"/>
              </a:spcAft>
              <a:buClr>
                <a:schemeClr val="accent3"/>
              </a:buClr>
              <a:buSzPts val="3000"/>
              <a:buFont typeface="Alfa Slab One"/>
              <a:buNone/>
              <a:defRPr sz="3000">
                <a:solidFill>
                  <a:schemeClr val="accent3"/>
                </a:solidFill>
                <a:latin typeface="Alfa Slab One"/>
                <a:ea typeface="Alfa Slab One"/>
                <a:cs typeface="Alfa Slab One"/>
                <a:sym typeface="Alfa Slab One"/>
              </a:defRPr>
            </a:lvl3pPr>
            <a:lvl4pPr lvl="3" rtl="0">
              <a:spcBef>
                <a:spcPts val="0"/>
              </a:spcBef>
              <a:spcAft>
                <a:spcPts val="0"/>
              </a:spcAft>
              <a:buClr>
                <a:schemeClr val="accent3"/>
              </a:buClr>
              <a:buSzPts val="3000"/>
              <a:buFont typeface="Alfa Slab One"/>
              <a:buNone/>
              <a:defRPr sz="3000">
                <a:solidFill>
                  <a:schemeClr val="accent3"/>
                </a:solidFill>
                <a:latin typeface="Alfa Slab One"/>
                <a:ea typeface="Alfa Slab One"/>
                <a:cs typeface="Alfa Slab One"/>
                <a:sym typeface="Alfa Slab One"/>
              </a:defRPr>
            </a:lvl4pPr>
            <a:lvl5pPr lvl="4" rtl="0">
              <a:spcBef>
                <a:spcPts val="0"/>
              </a:spcBef>
              <a:spcAft>
                <a:spcPts val="0"/>
              </a:spcAft>
              <a:buClr>
                <a:schemeClr val="accent3"/>
              </a:buClr>
              <a:buSzPts val="3000"/>
              <a:buFont typeface="Alfa Slab One"/>
              <a:buNone/>
              <a:defRPr sz="3000">
                <a:solidFill>
                  <a:schemeClr val="accent3"/>
                </a:solidFill>
                <a:latin typeface="Alfa Slab One"/>
                <a:ea typeface="Alfa Slab One"/>
                <a:cs typeface="Alfa Slab One"/>
                <a:sym typeface="Alfa Slab One"/>
              </a:defRPr>
            </a:lvl5pPr>
            <a:lvl6pPr lvl="5" rtl="0">
              <a:spcBef>
                <a:spcPts val="0"/>
              </a:spcBef>
              <a:spcAft>
                <a:spcPts val="0"/>
              </a:spcAft>
              <a:buClr>
                <a:schemeClr val="accent3"/>
              </a:buClr>
              <a:buSzPts val="3000"/>
              <a:buFont typeface="Alfa Slab One"/>
              <a:buNone/>
              <a:defRPr sz="3000">
                <a:solidFill>
                  <a:schemeClr val="accent3"/>
                </a:solidFill>
                <a:latin typeface="Alfa Slab One"/>
                <a:ea typeface="Alfa Slab One"/>
                <a:cs typeface="Alfa Slab One"/>
                <a:sym typeface="Alfa Slab One"/>
              </a:defRPr>
            </a:lvl6pPr>
            <a:lvl7pPr lvl="6" rtl="0">
              <a:spcBef>
                <a:spcPts val="0"/>
              </a:spcBef>
              <a:spcAft>
                <a:spcPts val="0"/>
              </a:spcAft>
              <a:buClr>
                <a:schemeClr val="accent3"/>
              </a:buClr>
              <a:buSzPts val="3000"/>
              <a:buFont typeface="Alfa Slab One"/>
              <a:buNone/>
              <a:defRPr sz="3000">
                <a:solidFill>
                  <a:schemeClr val="accent3"/>
                </a:solidFill>
                <a:latin typeface="Alfa Slab One"/>
                <a:ea typeface="Alfa Slab One"/>
                <a:cs typeface="Alfa Slab One"/>
                <a:sym typeface="Alfa Slab One"/>
              </a:defRPr>
            </a:lvl7pPr>
            <a:lvl8pPr lvl="7" rtl="0">
              <a:spcBef>
                <a:spcPts val="0"/>
              </a:spcBef>
              <a:spcAft>
                <a:spcPts val="0"/>
              </a:spcAft>
              <a:buClr>
                <a:schemeClr val="accent3"/>
              </a:buClr>
              <a:buSzPts val="3000"/>
              <a:buFont typeface="Alfa Slab One"/>
              <a:buNone/>
              <a:defRPr sz="3000">
                <a:solidFill>
                  <a:schemeClr val="accent3"/>
                </a:solidFill>
                <a:latin typeface="Alfa Slab One"/>
                <a:ea typeface="Alfa Slab One"/>
                <a:cs typeface="Alfa Slab One"/>
                <a:sym typeface="Alfa Slab One"/>
              </a:defRPr>
            </a:lvl8pPr>
            <a:lvl9pPr lvl="8" rtl="0">
              <a:spcBef>
                <a:spcPts val="0"/>
              </a:spcBef>
              <a:spcAft>
                <a:spcPts val="0"/>
              </a:spcAft>
              <a:buClr>
                <a:schemeClr val="accent3"/>
              </a:buClr>
              <a:buSzPts val="3000"/>
              <a:buFont typeface="Alfa Slab One"/>
              <a:buNone/>
              <a:defRPr sz="3000">
                <a:solidFill>
                  <a:schemeClr val="accent3"/>
                </a:solidFill>
                <a:latin typeface="Alfa Slab One"/>
                <a:ea typeface="Alfa Slab One"/>
                <a:cs typeface="Alfa Slab One"/>
                <a:sym typeface="Alfa Slab One"/>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rtl="0">
              <a:lnSpc>
                <a:spcPct val="115000"/>
              </a:lnSpc>
              <a:spcBef>
                <a:spcPts val="0"/>
              </a:spcBef>
              <a:spcAft>
                <a:spcPts val="0"/>
              </a:spcAft>
              <a:buClr>
                <a:schemeClr val="dk2"/>
              </a:buClr>
              <a:buSzPts val="1800"/>
              <a:buFont typeface="Proxima Nova"/>
              <a:buChar char="●"/>
              <a:defRPr sz="1800">
                <a:solidFill>
                  <a:schemeClr val="dk2"/>
                </a:solidFill>
                <a:latin typeface="Proxima Nova"/>
                <a:ea typeface="Proxima Nova"/>
                <a:cs typeface="Proxima Nova"/>
                <a:sym typeface="Proxima Nova"/>
              </a:defRPr>
            </a:lvl1pPr>
            <a:lvl2pPr indent="-317500" lvl="1" marL="914400" rtl="0">
              <a:lnSpc>
                <a:spcPct val="115000"/>
              </a:lnSpc>
              <a:spcBef>
                <a:spcPts val="0"/>
              </a:spcBef>
              <a:spcAft>
                <a:spcPts val="0"/>
              </a:spcAft>
              <a:buClr>
                <a:schemeClr val="dk2"/>
              </a:buClr>
              <a:buSzPts val="1400"/>
              <a:buFont typeface="Proxima Nova"/>
              <a:buChar char="○"/>
              <a:defRPr>
                <a:solidFill>
                  <a:schemeClr val="dk2"/>
                </a:solidFill>
                <a:latin typeface="Proxima Nova"/>
                <a:ea typeface="Proxima Nova"/>
                <a:cs typeface="Proxima Nova"/>
                <a:sym typeface="Proxima Nova"/>
              </a:defRPr>
            </a:lvl2pPr>
            <a:lvl3pPr indent="-317500" lvl="2" marL="1371600" rtl="0">
              <a:lnSpc>
                <a:spcPct val="115000"/>
              </a:lnSpc>
              <a:spcBef>
                <a:spcPts val="0"/>
              </a:spcBef>
              <a:spcAft>
                <a:spcPts val="0"/>
              </a:spcAft>
              <a:buClr>
                <a:schemeClr val="dk2"/>
              </a:buClr>
              <a:buSzPts val="1400"/>
              <a:buFont typeface="Proxima Nova"/>
              <a:buChar char="■"/>
              <a:defRPr>
                <a:solidFill>
                  <a:schemeClr val="dk2"/>
                </a:solidFill>
                <a:latin typeface="Proxima Nova"/>
                <a:ea typeface="Proxima Nova"/>
                <a:cs typeface="Proxima Nova"/>
                <a:sym typeface="Proxima Nova"/>
              </a:defRPr>
            </a:lvl3pPr>
            <a:lvl4pPr indent="-317500" lvl="3" marL="1828800" rtl="0">
              <a:lnSpc>
                <a:spcPct val="115000"/>
              </a:lnSpc>
              <a:spcBef>
                <a:spcPts val="0"/>
              </a:spcBef>
              <a:spcAft>
                <a:spcPts val="0"/>
              </a:spcAft>
              <a:buClr>
                <a:schemeClr val="dk2"/>
              </a:buClr>
              <a:buSzPts val="1400"/>
              <a:buFont typeface="Proxima Nova"/>
              <a:buChar char="●"/>
              <a:defRPr>
                <a:solidFill>
                  <a:schemeClr val="dk2"/>
                </a:solidFill>
                <a:latin typeface="Proxima Nova"/>
                <a:ea typeface="Proxima Nova"/>
                <a:cs typeface="Proxima Nova"/>
                <a:sym typeface="Proxima Nova"/>
              </a:defRPr>
            </a:lvl4pPr>
            <a:lvl5pPr indent="-317500" lvl="4" marL="2286000" rtl="0">
              <a:lnSpc>
                <a:spcPct val="115000"/>
              </a:lnSpc>
              <a:spcBef>
                <a:spcPts val="0"/>
              </a:spcBef>
              <a:spcAft>
                <a:spcPts val="0"/>
              </a:spcAft>
              <a:buClr>
                <a:schemeClr val="dk2"/>
              </a:buClr>
              <a:buSzPts val="1400"/>
              <a:buFont typeface="Proxima Nova"/>
              <a:buChar char="○"/>
              <a:defRPr>
                <a:solidFill>
                  <a:schemeClr val="dk2"/>
                </a:solidFill>
                <a:latin typeface="Proxima Nova"/>
                <a:ea typeface="Proxima Nova"/>
                <a:cs typeface="Proxima Nova"/>
                <a:sym typeface="Proxima Nova"/>
              </a:defRPr>
            </a:lvl5pPr>
            <a:lvl6pPr indent="-317500" lvl="5" marL="2743200" rtl="0">
              <a:lnSpc>
                <a:spcPct val="115000"/>
              </a:lnSpc>
              <a:spcBef>
                <a:spcPts val="0"/>
              </a:spcBef>
              <a:spcAft>
                <a:spcPts val="0"/>
              </a:spcAft>
              <a:buClr>
                <a:schemeClr val="dk2"/>
              </a:buClr>
              <a:buSzPts val="1400"/>
              <a:buFont typeface="Proxima Nova"/>
              <a:buChar char="■"/>
              <a:defRPr>
                <a:solidFill>
                  <a:schemeClr val="dk2"/>
                </a:solidFill>
                <a:latin typeface="Proxima Nova"/>
                <a:ea typeface="Proxima Nova"/>
                <a:cs typeface="Proxima Nova"/>
                <a:sym typeface="Proxima Nova"/>
              </a:defRPr>
            </a:lvl6pPr>
            <a:lvl7pPr indent="-317500" lvl="6" marL="3200400" rtl="0">
              <a:lnSpc>
                <a:spcPct val="115000"/>
              </a:lnSpc>
              <a:spcBef>
                <a:spcPts val="0"/>
              </a:spcBef>
              <a:spcAft>
                <a:spcPts val="0"/>
              </a:spcAft>
              <a:buClr>
                <a:schemeClr val="dk2"/>
              </a:buClr>
              <a:buSzPts val="1400"/>
              <a:buFont typeface="Proxima Nova"/>
              <a:buChar char="●"/>
              <a:defRPr>
                <a:solidFill>
                  <a:schemeClr val="dk2"/>
                </a:solidFill>
                <a:latin typeface="Proxima Nova"/>
                <a:ea typeface="Proxima Nova"/>
                <a:cs typeface="Proxima Nova"/>
                <a:sym typeface="Proxima Nova"/>
              </a:defRPr>
            </a:lvl7pPr>
            <a:lvl8pPr indent="-317500" lvl="7" marL="3657600" rtl="0">
              <a:lnSpc>
                <a:spcPct val="115000"/>
              </a:lnSpc>
              <a:spcBef>
                <a:spcPts val="0"/>
              </a:spcBef>
              <a:spcAft>
                <a:spcPts val="0"/>
              </a:spcAft>
              <a:buClr>
                <a:schemeClr val="dk2"/>
              </a:buClr>
              <a:buSzPts val="1400"/>
              <a:buFont typeface="Proxima Nova"/>
              <a:buChar char="○"/>
              <a:defRPr>
                <a:solidFill>
                  <a:schemeClr val="dk2"/>
                </a:solidFill>
                <a:latin typeface="Proxima Nova"/>
                <a:ea typeface="Proxima Nova"/>
                <a:cs typeface="Proxima Nova"/>
                <a:sym typeface="Proxima Nova"/>
              </a:defRPr>
            </a:lvl8pPr>
            <a:lvl9pPr indent="-317500" lvl="8" marL="4114800" rtl="0">
              <a:lnSpc>
                <a:spcPct val="115000"/>
              </a:lnSpc>
              <a:spcBef>
                <a:spcPts val="0"/>
              </a:spcBef>
              <a:spcAft>
                <a:spcPts val="0"/>
              </a:spcAft>
              <a:buClr>
                <a:schemeClr val="dk2"/>
              </a:buClr>
              <a:buSzPts val="1400"/>
              <a:buFont typeface="Proxima Nova"/>
              <a:buChar char="■"/>
              <a:defRPr>
                <a:solidFill>
                  <a:schemeClr val="dk2"/>
                </a:solidFill>
                <a:latin typeface="Proxima Nova"/>
                <a:ea typeface="Proxima Nova"/>
                <a:cs typeface="Proxima Nova"/>
                <a:sym typeface="Proxima Nova"/>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rtl="0" algn="r">
              <a:buNone/>
              <a:defRPr sz="1000">
                <a:solidFill>
                  <a:schemeClr val="dk2"/>
                </a:solidFill>
                <a:latin typeface="Proxima Nova"/>
                <a:ea typeface="Proxima Nova"/>
                <a:cs typeface="Proxima Nova"/>
                <a:sym typeface="Proxima Nova"/>
              </a:defRPr>
            </a:lvl1pPr>
            <a:lvl2pPr lvl="1" rtl="0" algn="r">
              <a:buNone/>
              <a:defRPr sz="1000">
                <a:solidFill>
                  <a:schemeClr val="dk2"/>
                </a:solidFill>
                <a:latin typeface="Proxima Nova"/>
                <a:ea typeface="Proxima Nova"/>
                <a:cs typeface="Proxima Nova"/>
                <a:sym typeface="Proxima Nova"/>
              </a:defRPr>
            </a:lvl2pPr>
            <a:lvl3pPr lvl="2" rtl="0" algn="r">
              <a:buNone/>
              <a:defRPr sz="1000">
                <a:solidFill>
                  <a:schemeClr val="dk2"/>
                </a:solidFill>
                <a:latin typeface="Proxima Nova"/>
                <a:ea typeface="Proxima Nova"/>
                <a:cs typeface="Proxima Nova"/>
                <a:sym typeface="Proxima Nova"/>
              </a:defRPr>
            </a:lvl3pPr>
            <a:lvl4pPr lvl="3" rtl="0" algn="r">
              <a:buNone/>
              <a:defRPr sz="1000">
                <a:solidFill>
                  <a:schemeClr val="dk2"/>
                </a:solidFill>
                <a:latin typeface="Proxima Nova"/>
                <a:ea typeface="Proxima Nova"/>
                <a:cs typeface="Proxima Nova"/>
                <a:sym typeface="Proxima Nova"/>
              </a:defRPr>
            </a:lvl4pPr>
            <a:lvl5pPr lvl="4" rtl="0" algn="r">
              <a:buNone/>
              <a:defRPr sz="1000">
                <a:solidFill>
                  <a:schemeClr val="dk2"/>
                </a:solidFill>
                <a:latin typeface="Proxima Nova"/>
                <a:ea typeface="Proxima Nova"/>
                <a:cs typeface="Proxima Nova"/>
                <a:sym typeface="Proxima Nova"/>
              </a:defRPr>
            </a:lvl5pPr>
            <a:lvl6pPr lvl="5" rtl="0" algn="r">
              <a:buNone/>
              <a:defRPr sz="1000">
                <a:solidFill>
                  <a:schemeClr val="dk2"/>
                </a:solidFill>
                <a:latin typeface="Proxima Nova"/>
                <a:ea typeface="Proxima Nova"/>
                <a:cs typeface="Proxima Nova"/>
                <a:sym typeface="Proxima Nova"/>
              </a:defRPr>
            </a:lvl6pPr>
            <a:lvl7pPr lvl="6" rtl="0" algn="r">
              <a:buNone/>
              <a:defRPr sz="1000">
                <a:solidFill>
                  <a:schemeClr val="dk2"/>
                </a:solidFill>
                <a:latin typeface="Proxima Nova"/>
                <a:ea typeface="Proxima Nova"/>
                <a:cs typeface="Proxima Nova"/>
                <a:sym typeface="Proxima Nova"/>
              </a:defRPr>
            </a:lvl7pPr>
            <a:lvl8pPr lvl="7" rtl="0" algn="r">
              <a:buNone/>
              <a:defRPr sz="1000">
                <a:solidFill>
                  <a:schemeClr val="dk2"/>
                </a:solidFill>
                <a:latin typeface="Proxima Nova"/>
                <a:ea typeface="Proxima Nova"/>
                <a:cs typeface="Proxima Nova"/>
                <a:sym typeface="Proxima Nova"/>
              </a:defRPr>
            </a:lvl8pPr>
            <a:lvl9pPr lvl="8" rtl="0" algn="r">
              <a:buNone/>
              <a:defRPr sz="1000">
                <a:solidFill>
                  <a:schemeClr val="dk2"/>
                </a:solidFill>
                <a:latin typeface="Proxima Nova"/>
                <a:ea typeface="Proxima Nova"/>
                <a:cs typeface="Proxima Nova"/>
                <a:sym typeface="Proxima Nova"/>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7.jpg"/><Relationship Id="rId4" Type="http://schemas.openxmlformats.org/officeDocument/2006/relationships/image" Target="../media/image1.png"/><Relationship Id="rId5"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2.png"/><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12.jpg"/><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6.jpg"/><Relationship Id="rId4" Type="http://schemas.openxmlformats.org/officeDocument/2006/relationships/image" Target="../media/image5.png"/><Relationship Id="rId5"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2.png"/><Relationship Id="rId4" Type="http://schemas.openxmlformats.org/officeDocument/2006/relationships/image" Target="../media/image20.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8.png"/><Relationship Id="rId4" Type="http://schemas.openxmlformats.org/officeDocument/2006/relationships/image" Target="../media/image7.png"/><Relationship Id="rId5" Type="http://schemas.openxmlformats.org/officeDocument/2006/relationships/image" Target="../media/image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2.png"/><Relationship Id="rId4" Type="http://schemas.openxmlformats.org/officeDocument/2006/relationships/image" Target="../media/image9.jp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11.png"/><Relationship Id="rId4" Type="http://schemas.openxmlformats.org/officeDocument/2006/relationships/image" Target="../media/image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2.png"/><Relationship Id="rId4" Type="http://schemas.openxmlformats.org/officeDocument/2006/relationships/image" Target="../media/image10.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13.jpg"/><Relationship Id="rId4" Type="http://schemas.openxmlformats.org/officeDocument/2006/relationships/image" Target="../media/image35.jpg"/><Relationship Id="rId5" Type="http://schemas.openxmlformats.org/officeDocument/2006/relationships/image" Target="../media/image2.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2.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image" Target="../media/image14.jpg"/><Relationship Id="rId4" Type="http://schemas.openxmlformats.org/officeDocument/2006/relationships/image" Target="../media/image18.jpg"/><Relationship Id="rId9" Type="http://schemas.openxmlformats.org/officeDocument/2006/relationships/image" Target="../media/image2.png"/><Relationship Id="rId5" Type="http://schemas.openxmlformats.org/officeDocument/2006/relationships/image" Target="../media/image16.jpg"/><Relationship Id="rId6" Type="http://schemas.openxmlformats.org/officeDocument/2006/relationships/image" Target="../media/image33.jpg"/><Relationship Id="rId7" Type="http://schemas.openxmlformats.org/officeDocument/2006/relationships/image" Target="../media/image19.jpg"/><Relationship Id="rId8" Type="http://schemas.openxmlformats.org/officeDocument/2006/relationships/image" Target="../media/image15.jp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image" Target="../media/image2.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image" Target="../media/image2.png"/><Relationship Id="rId4" Type="http://schemas.openxmlformats.org/officeDocument/2006/relationships/image" Target="../media/image21.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 Id="rId3" Type="http://schemas.openxmlformats.org/officeDocument/2006/relationships/image" Target="../media/image2.png"/><Relationship Id="rId4" Type="http://schemas.openxmlformats.org/officeDocument/2006/relationships/image" Target="../media/image22.jp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 Id="rId3" Type="http://schemas.openxmlformats.org/officeDocument/2006/relationships/image" Target="../media/image2.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 Id="rId3" Type="http://schemas.openxmlformats.org/officeDocument/2006/relationships/image" Target="../media/image32.jpg"/><Relationship Id="rId4" Type="http://schemas.openxmlformats.org/officeDocument/2006/relationships/image" Target="../media/image37.jpg"/><Relationship Id="rId5" Type="http://schemas.openxmlformats.org/officeDocument/2006/relationships/image" Target="../media/image2.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 Id="rId3" Type="http://schemas.openxmlformats.org/officeDocument/2006/relationships/image" Target="../media/image30.jpg"/><Relationship Id="rId4" Type="http://schemas.openxmlformats.org/officeDocument/2006/relationships/image" Target="../media/image25.jpg"/><Relationship Id="rId5" Type="http://schemas.openxmlformats.org/officeDocument/2006/relationships/image" Target="../media/image2.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 Id="rId3" Type="http://schemas.openxmlformats.org/officeDocument/2006/relationships/image" Target="../media/image2.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 Id="rId3" Type="http://schemas.openxmlformats.org/officeDocument/2006/relationships/image" Target="../media/image23.png"/><Relationship Id="rId4" Type="http://schemas.openxmlformats.org/officeDocument/2006/relationships/image" Target="../media/image28.png"/><Relationship Id="rId5" Type="http://schemas.openxmlformats.org/officeDocument/2006/relationships/image" Target="../media/image2.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 Id="rId3" Type="http://schemas.openxmlformats.org/officeDocument/2006/relationships/image" Target="../media/image2.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 Id="rId3" Type="http://schemas.openxmlformats.org/officeDocument/2006/relationships/image" Target="../media/image2.png"/><Relationship Id="rId4" Type="http://schemas.openxmlformats.org/officeDocument/2006/relationships/image" Target="../media/image31.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 Id="rId3" Type="http://schemas.openxmlformats.org/officeDocument/2006/relationships/image" Target="../media/image2.png"/><Relationship Id="rId4" Type="http://schemas.openxmlformats.org/officeDocument/2006/relationships/image" Target="../media/image34.jp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 Id="rId3" Type="http://schemas.openxmlformats.org/officeDocument/2006/relationships/image" Target="../media/image2.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 Id="rId3" Type="http://schemas.openxmlformats.org/officeDocument/2006/relationships/image" Target="../media/image2.png"/><Relationship Id="rId4" Type="http://schemas.openxmlformats.org/officeDocument/2006/relationships/image" Target="../media/image6.jp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 Id="rId3" Type="http://schemas.openxmlformats.org/officeDocument/2006/relationships/image" Target="../media/image2.png"/><Relationship Id="rId4" Type="http://schemas.openxmlformats.org/officeDocument/2006/relationships/image" Target="../media/image5.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xml"/><Relationship Id="rId3" Type="http://schemas.openxmlformats.org/officeDocument/2006/relationships/image" Target="../media/image2.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4.xml"/><Relationship Id="rId3" Type="http://schemas.openxmlformats.org/officeDocument/2006/relationships/image" Target="../media/image26.jpg"/><Relationship Id="rId4" Type="http://schemas.openxmlformats.org/officeDocument/2006/relationships/image" Target="../media/image36.jpg"/><Relationship Id="rId5" Type="http://schemas.openxmlformats.org/officeDocument/2006/relationships/image" Target="../media/image2.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5.xml"/><Relationship Id="rId3" Type="http://schemas.openxmlformats.org/officeDocument/2006/relationships/image" Target="../media/image2.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6.xml"/><Relationship Id="rId3" Type="http://schemas.openxmlformats.org/officeDocument/2006/relationships/image" Target="../media/image29.png"/><Relationship Id="rId4" Type="http://schemas.openxmlformats.org/officeDocument/2006/relationships/image" Target="../media/image2.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7.xml"/><Relationship Id="rId3" Type="http://schemas.openxmlformats.org/officeDocument/2006/relationships/image" Target="../media/image27.jpg"/><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55" name="Shape 55"/>
        <p:cNvGrpSpPr/>
        <p:nvPr/>
      </p:nvGrpSpPr>
      <p:grpSpPr>
        <a:xfrm>
          <a:off x="0" y="0"/>
          <a:ext cx="0" cy="0"/>
          <a:chOff x="0" y="0"/>
          <a:chExt cx="0" cy="0"/>
        </a:xfrm>
      </p:grpSpPr>
      <p:sp>
        <p:nvSpPr>
          <p:cNvPr id="56" name="Google Shape;56;p13"/>
          <p:cNvSpPr txBox="1"/>
          <p:nvPr>
            <p:ph type="ctrTitle"/>
          </p:nvPr>
        </p:nvSpPr>
        <p:spPr>
          <a:xfrm>
            <a:off x="358775" y="3057525"/>
            <a:ext cx="8424900" cy="408300"/>
          </a:xfrm>
          <a:prstGeom prst="rect">
            <a:avLst/>
          </a:prstGeom>
          <a:noFill/>
          <a:ln>
            <a:noFill/>
          </a:ln>
        </p:spPr>
        <p:txBody>
          <a:bodyPr anchorCtr="0" anchor="ctr" bIns="45700" lIns="91425" spcFirstLastPara="1" rIns="91425" wrap="square" tIns="45700">
            <a:normAutofit fontScale="90000"/>
          </a:bodyPr>
          <a:lstStyle/>
          <a:p>
            <a:pPr indent="0" lvl="0" marL="0" rtl="0" algn="ctr">
              <a:lnSpc>
                <a:spcPct val="100000"/>
              </a:lnSpc>
              <a:spcBef>
                <a:spcPts val="0"/>
              </a:spcBef>
              <a:spcAft>
                <a:spcPts val="0"/>
              </a:spcAft>
              <a:buClr>
                <a:schemeClr val="lt1"/>
              </a:buClr>
              <a:buSzPct val="100000"/>
              <a:buFont typeface="Times New Roman"/>
              <a:buNone/>
            </a:pPr>
            <a:r>
              <a:rPr b="1" i="0" lang="en" sz="3200" u="none">
                <a:solidFill>
                  <a:schemeClr val="lt1"/>
                </a:solidFill>
                <a:latin typeface="Times New Roman"/>
                <a:ea typeface="Times New Roman"/>
                <a:cs typeface="Times New Roman"/>
                <a:sym typeface="Times New Roman"/>
              </a:rPr>
              <a:t>Tufts BAT: </a:t>
            </a:r>
            <a:r>
              <a:rPr b="1" lang="en" sz="3200">
                <a:solidFill>
                  <a:schemeClr val="lt1"/>
                </a:solidFill>
                <a:latin typeface="Times New Roman"/>
                <a:ea typeface="Times New Roman"/>
                <a:cs typeface="Times New Roman"/>
                <a:sym typeface="Times New Roman"/>
              </a:rPr>
              <a:t>Reliever Performance</a:t>
            </a:r>
            <a:endParaRPr/>
          </a:p>
        </p:txBody>
      </p:sp>
      <p:sp>
        <p:nvSpPr>
          <p:cNvPr id="57" name="Google Shape;57;p13"/>
          <p:cNvSpPr txBox="1"/>
          <p:nvPr/>
        </p:nvSpPr>
        <p:spPr>
          <a:xfrm>
            <a:off x="357187" y="3594497"/>
            <a:ext cx="8535900" cy="3774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900"/>
              <a:buFont typeface="Times New Roman"/>
              <a:buNone/>
            </a:pPr>
            <a:r>
              <a:rPr b="1" lang="en" sz="1700">
                <a:solidFill>
                  <a:schemeClr val="lt1"/>
                </a:solidFill>
                <a:latin typeface="Times New Roman"/>
                <a:ea typeface="Times New Roman"/>
                <a:cs typeface="Times New Roman"/>
                <a:sym typeface="Times New Roman"/>
              </a:rPr>
              <a:t>Max Druckman, Ben Goldberg, Ronan Hwang, Daniel Jakab, Ben Mascuch</a:t>
            </a:r>
            <a:endParaRPr b="1" i="0" sz="1700" u="none">
              <a:solidFill>
                <a:schemeClr val="lt1"/>
              </a:solidFill>
              <a:latin typeface="Times New Roman"/>
              <a:ea typeface="Times New Roman"/>
              <a:cs typeface="Times New Roman"/>
              <a:sym typeface="Times New Roman"/>
            </a:endParaRPr>
          </a:p>
        </p:txBody>
      </p:sp>
      <p:pic>
        <p:nvPicPr>
          <p:cNvPr id="58" name="Google Shape;58;p13"/>
          <p:cNvPicPr preferRelativeResize="0"/>
          <p:nvPr/>
        </p:nvPicPr>
        <p:blipFill rotWithShape="1">
          <a:blip r:embed="rId4">
            <a:alphaModFix/>
          </a:blip>
          <a:srcRect b="16916" l="0" r="0" t="0"/>
          <a:stretch/>
        </p:blipFill>
        <p:spPr>
          <a:xfrm rot="10800000">
            <a:off x="8422200" y="4974425"/>
            <a:ext cx="721800" cy="195150"/>
          </a:xfrm>
          <a:prstGeom prst="rect">
            <a:avLst/>
          </a:prstGeom>
          <a:noFill/>
          <a:ln>
            <a:noFill/>
          </a:ln>
        </p:spPr>
      </p:pic>
      <p:pic>
        <p:nvPicPr>
          <p:cNvPr id="59" name="Google Shape;59;p13"/>
          <p:cNvPicPr preferRelativeResize="0"/>
          <p:nvPr/>
        </p:nvPicPr>
        <p:blipFill>
          <a:blip r:embed="rId5">
            <a:alphaModFix/>
          </a:blip>
          <a:stretch>
            <a:fillRect/>
          </a:stretch>
        </p:blipFill>
        <p:spPr>
          <a:xfrm>
            <a:off x="2579274" y="264875"/>
            <a:ext cx="3925600" cy="2546725"/>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 name="Shape 63"/>
        <p:cNvGrpSpPr/>
        <p:nvPr/>
      </p:nvGrpSpPr>
      <p:grpSpPr>
        <a:xfrm>
          <a:off x="0" y="0"/>
          <a:ext cx="0" cy="0"/>
          <a:chOff x="0" y="0"/>
          <a:chExt cx="0" cy="0"/>
        </a:xfrm>
      </p:grpSpPr>
      <p:sp>
        <p:nvSpPr>
          <p:cNvPr id="64" name="Google Shape;64;p14"/>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ctr">
              <a:lnSpc>
                <a:spcPct val="100000"/>
              </a:lnSpc>
              <a:spcBef>
                <a:spcPts val="0"/>
              </a:spcBef>
              <a:spcAft>
                <a:spcPts val="0"/>
              </a:spcAft>
              <a:buClr>
                <a:schemeClr val="lt1"/>
              </a:buClr>
              <a:buSzPct val="93333"/>
              <a:buFont typeface="Times New Roman"/>
              <a:buNone/>
            </a:pPr>
            <a:r>
              <a:rPr lang="en">
                <a:solidFill>
                  <a:schemeClr val="lt1"/>
                </a:solidFill>
                <a:latin typeface="Times New Roman"/>
                <a:ea typeface="Times New Roman"/>
                <a:cs typeface="Times New Roman"/>
                <a:sym typeface="Times New Roman"/>
              </a:rPr>
              <a:t>Table of Contents</a:t>
            </a:r>
            <a:endParaRPr/>
          </a:p>
        </p:txBody>
      </p:sp>
      <p:sp>
        <p:nvSpPr>
          <p:cNvPr id="65" name="Google Shape;65;p14"/>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p>
            <a:pPr indent="-368618" lvl="0" marL="457200" rtl="0" algn="l">
              <a:lnSpc>
                <a:spcPct val="140000"/>
              </a:lnSpc>
              <a:spcBef>
                <a:spcPts val="0"/>
              </a:spcBef>
              <a:spcAft>
                <a:spcPts val="0"/>
              </a:spcAft>
              <a:buSzPts val="2205"/>
              <a:buFont typeface="Times New Roman"/>
              <a:buAutoNum type="arabicPeriod"/>
            </a:pPr>
            <a:r>
              <a:rPr lang="en" sz="2205">
                <a:latin typeface="Times New Roman"/>
                <a:ea typeface="Times New Roman"/>
                <a:cs typeface="Times New Roman"/>
                <a:sym typeface="Times New Roman"/>
              </a:rPr>
              <a:t>Background</a:t>
            </a:r>
            <a:endParaRPr sz="2205">
              <a:latin typeface="Times New Roman"/>
              <a:ea typeface="Times New Roman"/>
              <a:cs typeface="Times New Roman"/>
              <a:sym typeface="Times New Roman"/>
            </a:endParaRPr>
          </a:p>
          <a:p>
            <a:pPr indent="-368618" lvl="0" marL="457200" rtl="0" algn="l">
              <a:lnSpc>
                <a:spcPct val="140000"/>
              </a:lnSpc>
              <a:spcBef>
                <a:spcPts val="0"/>
              </a:spcBef>
              <a:spcAft>
                <a:spcPts val="0"/>
              </a:spcAft>
              <a:buSzPts val="2205"/>
              <a:buFont typeface="Times New Roman"/>
              <a:buAutoNum type="arabicPeriod"/>
            </a:pPr>
            <a:r>
              <a:rPr lang="en" sz="2205">
                <a:latin typeface="Times New Roman"/>
                <a:ea typeface="Times New Roman"/>
                <a:cs typeface="Times New Roman"/>
                <a:sym typeface="Times New Roman"/>
              </a:rPr>
              <a:t>Identifying Missed Calls</a:t>
            </a:r>
            <a:endParaRPr sz="2205">
              <a:latin typeface="Times New Roman"/>
              <a:ea typeface="Times New Roman"/>
              <a:cs typeface="Times New Roman"/>
              <a:sym typeface="Times New Roman"/>
            </a:endParaRPr>
          </a:p>
          <a:p>
            <a:pPr indent="-368618" lvl="0" marL="457200" rtl="0" algn="l">
              <a:lnSpc>
                <a:spcPct val="140000"/>
              </a:lnSpc>
              <a:spcBef>
                <a:spcPts val="0"/>
              </a:spcBef>
              <a:spcAft>
                <a:spcPts val="0"/>
              </a:spcAft>
              <a:buSzPts val="2205"/>
              <a:buFont typeface="Times New Roman"/>
              <a:buAutoNum type="arabicPeriod"/>
            </a:pPr>
            <a:r>
              <a:rPr lang="en" sz="2205">
                <a:latin typeface="Times New Roman"/>
                <a:ea typeface="Times New Roman"/>
                <a:cs typeface="Times New Roman"/>
                <a:sym typeface="Times New Roman"/>
              </a:rPr>
              <a:t>Simulation </a:t>
            </a:r>
            <a:r>
              <a:rPr lang="en" sz="2205">
                <a:latin typeface="Times New Roman"/>
                <a:ea typeface="Times New Roman"/>
                <a:cs typeface="Times New Roman"/>
                <a:sym typeface="Times New Roman"/>
              </a:rPr>
              <a:t>Process</a:t>
            </a:r>
            <a:endParaRPr sz="2205">
              <a:latin typeface="Times New Roman"/>
              <a:ea typeface="Times New Roman"/>
              <a:cs typeface="Times New Roman"/>
              <a:sym typeface="Times New Roman"/>
            </a:endParaRPr>
          </a:p>
          <a:p>
            <a:pPr indent="-368618" lvl="0" marL="457200" rtl="0" algn="l">
              <a:lnSpc>
                <a:spcPct val="140000"/>
              </a:lnSpc>
              <a:spcBef>
                <a:spcPts val="0"/>
              </a:spcBef>
              <a:spcAft>
                <a:spcPts val="0"/>
              </a:spcAft>
              <a:buSzPts val="2205"/>
              <a:buFont typeface="Times New Roman"/>
              <a:buAutoNum type="arabicPeriod"/>
            </a:pPr>
            <a:r>
              <a:rPr lang="en" sz="2205">
                <a:latin typeface="Times New Roman"/>
                <a:ea typeface="Times New Roman"/>
                <a:cs typeface="Times New Roman"/>
                <a:sym typeface="Times New Roman"/>
              </a:rPr>
              <a:t>Specific Cases</a:t>
            </a:r>
            <a:endParaRPr sz="2205">
              <a:latin typeface="Times New Roman"/>
              <a:ea typeface="Times New Roman"/>
              <a:cs typeface="Times New Roman"/>
              <a:sym typeface="Times New Roman"/>
            </a:endParaRPr>
          </a:p>
          <a:p>
            <a:pPr indent="-368618" lvl="0" marL="457200" rtl="0" algn="l">
              <a:lnSpc>
                <a:spcPct val="140000"/>
              </a:lnSpc>
              <a:spcBef>
                <a:spcPts val="0"/>
              </a:spcBef>
              <a:spcAft>
                <a:spcPts val="0"/>
              </a:spcAft>
              <a:buSzPts val="2205"/>
              <a:buFont typeface="Times New Roman"/>
              <a:buAutoNum type="arabicPeriod"/>
            </a:pPr>
            <a:r>
              <a:rPr lang="en" sz="2205">
                <a:latin typeface="Times New Roman"/>
                <a:ea typeface="Times New Roman"/>
                <a:cs typeface="Times New Roman"/>
                <a:sym typeface="Times New Roman"/>
              </a:rPr>
              <a:t>Simulation Results</a:t>
            </a:r>
            <a:endParaRPr sz="2205">
              <a:latin typeface="Times New Roman"/>
              <a:ea typeface="Times New Roman"/>
              <a:cs typeface="Times New Roman"/>
              <a:sym typeface="Times New Roman"/>
            </a:endParaRPr>
          </a:p>
          <a:p>
            <a:pPr indent="-368618" lvl="0" marL="457200" rtl="0" algn="l">
              <a:lnSpc>
                <a:spcPct val="140000"/>
              </a:lnSpc>
              <a:spcBef>
                <a:spcPts val="0"/>
              </a:spcBef>
              <a:spcAft>
                <a:spcPts val="0"/>
              </a:spcAft>
              <a:buSzPts val="2205"/>
              <a:buFont typeface="Times New Roman"/>
              <a:buAutoNum type="arabicPeriod"/>
            </a:pPr>
            <a:r>
              <a:rPr lang="en" sz="2205">
                <a:latin typeface="Times New Roman"/>
                <a:ea typeface="Times New Roman"/>
                <a:cs typeface="Times New Roman"/>
                <a:sym typeface="Times New Roman"/>
              </a:rPr>
              <a:t>Future Analysis and Other Ideas</a:t>
            </a:r>
            <a:endParaRPr sz="2205">
              <a:latin typeface="Times New Roman"/>
              <a:ea typeface="Times New Roman"/>
              <a:cs typeface="Times New Roman"/>
              <a:sym typeface="Times New Roman"/>
            </a:endParaRPr>
          </a:p>
          <a:p>
            <a:pPr indent="0" lvl="0" marL="457200" rtl="0" algn="l">
              <a:lnSpc>
                <a:spcPct val="140000"/>
              </a:lnSpc>
              <a:spcBef>
                <a:spcPts val="1600"/>
              </a:spcBef>
              <a:spcAft>
                <a:spcPts val="0"/>
              </a:spcAft>
              <a:buSzPts val="853"/>
              <a:buNone/>
            </a:pPr>
            <a:r>
              <a:t/>
            </a:r>
            <a:endParaRPr sz="2205">
              <a:solidFill>
                <a:srgbClr val="244266"/>
              </a:solidFill>
              <a:latin typeface="Times New Roman"/>
              <a:ea typeface="Times New Roman"/>
              <a:cs typeface="Times New Roman"/>
              <a:sym typeface="Times New Roman"/>
            </a:endParaRPr>
          </a:p>
        </p:txBody>
      </p:sp>
      <p:pic>
        <p:nvPicPr>
          <p:cNvPr id="66" name="Google Shape;66;p14"/>
          <p:cNvPicPr preferRelativeResize="0"/>
          <p:nvPr/>
        </p:nvPicPr>
        <p:blipFill rotWithShape="1">
          <a:blip r:embed="rId3">
            <a:alphaModFix/>
          </a:blip>
          <a:srcRect b="0" l="0" r="0" t="0"/>
          <a:stretch/>
        </p:blipFill>
        <p:spPr>
          <a:xfrm>
            <a:off x="8036725" y="4407694"/>
            <a:ext cx="1107281" cy="735806"/>
          </a:xfrm>
          <a:prstGeom prst="rect">
            <a:avLst/>
          </a:prstGeom>
          <a:noFill/>
          <a:ln>
            <a:noFill/>
          </a:ln>
        </p:spPr>
      </p:pic>
      <p:sp>
        <p:nvSpPr>
          <p:cNvPr id="67" name="Google Shape;67;p1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solidFill>
                  <a:schemeClr val="dk1"/>
                </a:solidFill>
              </a:rPr>
              <a:t>Table of Contents</a:t>
            </a:r>
            <a:endParaRPr>
              <a:solidFill>
                <a:schemeClr val="dk1"/>
              </a:solidFill>
            </a:endParaRPr>
          </a:p>
          <a:p>
            <a:pPr indent="0" lvl="0" marL="0" rtl="0" algn="l">
              <a:spcBef>
                <a:spcPts val="0"/>
              </a:spcBef>
              <a:spcAft>
                <a:spcPts val="0"/>
              </a:spcAft>
              <a:buNone/>
            </a:pPr>
            <a:r>
              <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 name="Shape 71"/>
        <p:cNvGrpSpPr/>
        <p:nvPr/>
      </p:nvGrpSpPr>
      <p:grpSpPr>
        <a:xfrm>
          <a:off x="0" y="0"/>
          <a:ext cx="0" cy="0"/>
          <a:chOff x="0" y="0"/>
          <a:chExt cx="0" cy="0"/>
        </a:xfrm>
      </p:grpSpPr>
      <p:sp>
        <p:nvSpPr>
          <p:cNvPr id="72" name="Google Shape;72;p15"/>
          <p:cNvSpPr txBox="1"/>
          <p:nvPr>
            <p:ph type="title"/>
          </p:nvPr>
        </p:nvSpPr>
        <p:spPr>
          <a:xfrm>
            <a:off x="311700" y="36115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solidFill>
                  <a:schemeClr val="dk1"/>
                </a:solidFill>
              </a:rPr>
              <a:t>Background</a:t>
            </a:r>
            <a:endParaRPr>
              <a:solidFill>
                <a:schemeClr val="dk1"/>
              </a:solidFill>
            </a:endParaRPr>
          </a:p>
        </p:txBody>
      </p:sp>
      <p:sp>
        <p:nvSpPr>
          <p:cNvPr id="73" name="Google Shape;73;p15"/>
          <p:cNvSpPr txBox="1"/>
          <p:nvPr>
            <p:ph idx="1" type="body"/>
          </p:nvPr>
        </p:nvSpPr>
        <p:spPr>
          <a:xfrm>
            <a:off x="120375" y="933850"/>
            <a:ext cx="33147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t/>
            </a:r>
            <a:endParaRPr/>
          </a:p>
          <a:p>
            <a:pPr indent="0" lvl="0" marL="0" rtl="0" algn="l">
              <a:spcBef>
                <a:spcPts val="1200"/>
              </a:spcBef>
              <a:spcAft>
                <a:spcPts val="0"/>
              </a:spcAft>
              <a:buNone/>
            </a:pPr>
            <a:r>
              <a:t/>
            </a:r>
            <a:endParaRPr/>
          </a:p>
          <a:p>
            <a:pPr indent="0" lvl="0" marL="0" rtl="0" algn="l">
              <a:spcBef>
                <a:spcPts val="1200"/>
              </a:spcBef>
              <a:spcAft>
                <a:spcPts val="1200"/>
              </a:spcAft>
              <a:buNone/>
            </a:pPr>
            <a:r>
              <a:t/>
            </a:r>
            <a:endParaRPr/>
          </a:p>
        </p:txBody>
      </p:sp>
      <p:pic>
        <p:nvPicPr>
          <p:cNvPr id="74" name="Google Shape;74;p15"/>
          <p:cNvPicPr preferRelativeResize="0"/>
          <p:nvPr/>
        </p:nvPicPr>
        <p:blipFill rotWithShape="1">
          <a:blip r:embed="rId3">
            <a:alphaModFix/>
          </a:blip>
          <a:srcRect b="0" l="0" r="0" t="0"/>
          <a:stretch/>
        </p:blipFill>
        <p:spPr>
          <a:xfrm>
            <a:off x="8036725" y="4407694"/>
            <a:ext cx="1107281" cy="735806"/>
          </a:xfrm>
          <a:prstGeom prst="rect">
            <a:avLst/>
          </a:prstGeom>
          <a:noFill/>
          <a:ln>
            <a:noFill/>
          </a:ln>
        </p:spPr>
      </p:pic>
      <p:pic>
        <p:nvPicPr>
          <p:cNvPr id="75" name="Google Shape;75;p15"/>
          <p:cNvPicPr preferRelativeResize="0"/>
          <p:nvPr/>
        </p:nvPicPr>
        <p:blipFill>
          <a:blip r:embed="rId4">
            <a:alphaModFix/>
          </a:blip>
          <a:stretch>
            <a:fillRect/>
          </a:stretch>
        </p:blipFill>
        <p:spPr>
          <a:xfrm>
            <a:off x="1720225" y="1184050"/>
            <a:ext cx="5429901" cy="347440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 name="Shape 79"/>
        <p:cNvGrpSpPr/>
        <p:nvPr/>
      </p:nvGrpSpPr>
      <p:grpSpPr>
        <a:xfrm>
          <a:off x="0" y="0"/>
          <a:ext cx="0" cy="0"/>
          <a:chOff x="0" y="0"/>
          <a:chExt cx="0" cy="0"/>
        </a:xfrm>
      </p:grpSpPr>
      <p:sp>
        <p:nvSpPr>
          <p:cNvPr id="80" name="Google Shape;80;p1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Weighted Saves</a:t>
            </a:r>
            <a:endParaRPr/>
          </a:p>
        </p:txBody>
      </p:sp>
      <p:sp>
        <p:nvSpPr>
          <p:cNvPr id="81" name="Google Shape;81;p1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68300" lvl="0" marL="457200" rtl="0" algn="l">
              <a:spcBef>
                <a:spcPts val="0"/>
              </a:spcBef>
              <a:spcAft>
                <a:spcPts val="0"/>
              </a:spcAft>
              <a:buSzPts val="2200"/>
              <a:buFont typeface="Times New Roman"/>
              <a:buChar char="●"/>
            </a:pPr>
            <a:r>
              <a:t/>
            </a:r>
            <a:endParaRPr sz="2200">
              <a:latin typeface="Times New Roman"/>
              <a:ea typeface="Times New Roman"/>
              <a:cs typeface="Times New Roman"/>
              <a:sym typeface="Times New Roman"/>
            </a:endParaRPr>
          </a:p>
        </p:txBody>
      </p:sp>
      <p:pic>
        <p:nvPicPr>
          <p:cNvPr id="82" name="Google Shape;82;p16"/>
          <p:cNvPicPr preferRelativeResize="0"/>
          <p:nvPr/>
        </p:nvPicPr>
        <p:blipFill rotWithShape="1">
          <a:blip r:embed="rId3">
            <a:alphaModFix/>
          </a:blip>
          <a:srcRect b="0" l="0" r="0" t="0"/>
          <a:stretch/>
        </p:blipFill>
        <p:spPr>
          <a:xfrm>
            <a:off x="8036725" y="4407694"/>
            <a:ext cx="1107281" cy="735806"/>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 name="Shape 86"/>
        <p:cNvGrpSpPr/>
        <p:nvPr/>
      </p:nvGrpSpPr>
      <p:grpSpPr>
        <a:xfrm>
          <a:off x="0" y="0"/>
          <a:ext cx="0" cy="0"/>
          <a:chOff x="0" y="0"/>
          <a:chExt cx="0" cy="0"/>
        </a:xfrm>
      </p:grpSpPr>
      <p:sp>
        <p:nvSpPr>
          <p:cNvPr id="87" name="Google Shape;87;p1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Robo-Umps</a:t>
            </a:r>
            <a:endParaRPr/>
          </a:p>
        </p:txBody>
      </p:sp>
      <p:sp>
        <p:nvSpPr>
          <p:cNvPr id="88" name="Google Shape;88;p17"/>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68300" lvl="0" marL="457200" rtl="0" algn="l">
              <a:spcBef>
                <a:spcPts val="0"/>
              </a:spcBef>
              <a:spcAft>
                <a:spcPts val="0"/>
              </a:spcAft>
              <a:buSzPts val="2200"/>
              <a:buFont typeface="Times New Roman"/>
              <a:buChar char="●"/>
            </a:pPr>
            <a:r>
              <a:rPr lang="en" sz="2200">
                <a:latin typeface="Times New Roman"/>
                <a:ea typeface="Times New Roman"/>
                <a:cs typeface="Times New Roman"/>
                <a:sym typeface="Times New Roman"/>
              </a:rPr>
              <a:t>MLB testing Automatic Ball-Strike Systems in the minors</a:t>
            </a:r>
            <a:endParaRPr sz="2200">
              <a:latin typeface="Times New Roman"/>
              <a:ea typeface="Times New Roman"/>
              <a:cs typeface="Times New Roman"/>
              <a:sym typeface="Times New Roman"/>
            </a:endParaRPr>
          </a:p>
          <a:p>
            <a:pPr indent="-368300" lvl="0" marL="457200" rtl="0" algn="l">
              <a:spcBef>
                <a:spcPts val="0"/>
              </a:spcBef>
              <a:spcAft>
                <a:spcPts val="0"/>
              </a:spcAft>
              <a:buSzPts val="2200"/>
              <a:buFont typeface="Times New Roman"/>
              <a:buChar char="●"/>
            </a:pPr>
            <a:r>
              <a:rPr lang="en" sz="2200">
                <a:latin typeface="Times New Roman"/>
                <a:ea typeface="Times New Roman"/>
                <a:cs typeface="Times New Roman"/>
                <a:sym typeface="Times New Roman"/>
              </a:rPr>
              <a:t>Plans to utilize ABS in MLB as soon as 2024</a:t>
            </a:r>
            <a:endParaRPr sz="2200">
              <a:latin typeface="Times New Roman"/>
              <a:ea typeface="Times New Roman"/>
              <a:cs typeface="Times New Roman"/>
              <a:sym typeface="Times New Roman"/>
            </a:endParaRPr>
          </a:p>
        </p:txBody>
      </p:sp>
      <p:pic>
        <p:nvPicPr>
          <p:cNvPr descr="Major League Baseball expands 'robot umpire' use throughout all 30 Triple-A  ballparks | Daily Mail Online" id="89" name="Google Shape;89;p17"/>
          <p:cNvPicPr preferRelativeResize="0"/>
          <p:nvPr/>
        </p:nvPicPr>
        <p:blipFill>
          <a:blip r:embed="rId3">
            <a:alphaModFix/>
          </a:blip>
          <a:stretch>
            <a:fillRect/>
          </a:stretch>
        </p:blipFill>
        <p:spPr>
          <a:xfrm>
            <a:off x="2280613" y="2281400"/>
            <a:ext cx="4582774" cy="2752726"/>
          </a:xfrm>
          <a:prstGeom prst="rect">
            <a:avLst/>
          </a:prstGeom>
          <a:noFill/>
          <a:ln>
            <a:noFill/>
          </a:ln>
        </p:spPr>
      </p:pic>
      <p:pic>
        <p:nvPicPr>
          <p:cNvPr id="90" name="Google Shape;90;p17"/>
          <p:cNvPicPr preferRelativeResize="0"/>
          <p:nvPr/>
        </p:nvPicPr>
        <p:blipFill rotWithShape="1">
          <a:blip r:embed="rId4">
            <a:alphaModFix/>
          </a:blip>
          <a:srcRect b="0" l="0" r="0" t="0"/>
          <a:stretch/>
        </p:blipFill>
        <p:spPr>
          <a:xfrm>
            <a:off x="8036725" y="4407694"/>
            <a:ext cx="1107281" cy="735806"/>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 name="Shape 94"/>
        <p:cNvGrpSpPr/>
        <p:nvPr/>
      </p:nvGrpSpPr>
      <p:grpSpPr>
        <a:xfrm>
          <a:off x="0" y="0"/>
          <a:ext cx="0" cy="0"/>
          <a:chOff x="0" y="0"/>
          <a:chExt cx="0" cy="0"/>
        </a:xfrm>
      </p:grpSpPr>
      <p:sp>
        <p:nvSpPr>
          <p:cNvPr id="95" name="Google Shape;95;p1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Motivation</a:t>
            </a:r>
            <a:endParaRPr/>
          </a:p>
        </p:txBody>
      </p:sp>
      <p:sp>
        <p:nvSpPr>
          <p:cNvPr id="96" name="Google Shape;96;p18"/>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93700" lvl="0" marL="457200" rtl="0" algn="l">
              <a:lnSpc>
                <a:spcPct val="150000"/>
              </a:lnSpc>
              <a:spcBef>
                <a:spcPts val="0"/>
              </a:spcBef>
              <a:spcAft>
                <a:spcPts val="0"/>
              </a:spcAft>
              <a:buSzPts val="2600"/>
              <a:buFont typeface="Times New Roman"/>
              <a:buChar char="●"/>
            </a:pPr>
            <a:r>
              <a:rPr lang="en" sz="2200">
                <a:latin typeface="Times New Roman"/>
                <a:ea typeface="Times New Roman"/>
                <a:cs typeface="Times New Roman"/>
                <a:sym typeface="Times New Roman"/>
              </a:rPr>
              <a:t>The average number of missed calls in the 2438 regular and postseason MLB games in 2022 was 9.3</a:t>
            </a:r>
            <a:endParaRPr sz="2200">
              <a:latin typeface="Times New Roman"/>
              <a:ea typeface="Times New Roman"/>
              <a:cs typeface="Times New Roman"/>
              <a:sym typeface="Times New Roman"/>
            </a:endParaRPr>
          </a:p>
          <a:p>
            <a:pPr indent="-368300" lvl="0" marL="457200" rtl="0" algn="l">
              <a:lnSpc>
                <a:spcPct val="150000"/>
              </a:lnSpc>
              <a:spcBef>
                <a:spcPts val="0"/>
              </a:spcBef>
              <a:spcAft>
                <a:spcPts val="0"/>
              </a:spcAft>
              <a:buSzPts val="2200"/>
              <a:buFont typeface="Times New Roman"/>
              <a:buChar char="●"/>
            </a:pPr>
            <a:r>
              <a:rPr lang="en" sz="2200">
                <a:latin typeface="Times New Roman"/>
                <a:ea typeface="Times New Roman"/>
                <a:cs typeface="Times New Roman"/>
                <a:sym typeface="Times New Roman"/>
              </a:rPr>
              <a:t>UmpScorecards analysis shows that missed calls may favor one team over another</a:t>
            </a:r>
            <a:endParaRPr sz="2200">
              <a:latin typeface="Times New Roman"/>
              <a:ea typeface="Times New Roman"/>
              <a:cs typeface="Times New Roman"/>
              <a:sym typeface="Times New Roman"/>
            </a:endParaRPr>
          </a:p>
          <a:p>
            <a:pPr indent="-368300" lvl="0" marL="457200" rtl="0" algn="l">
              <a:lnSpc>
                <a:spcPct val="150000"/>
              </a:lnSpc>
              <a:spcBef>
                <a:spcPts val="0"/>
              </a:spcBef>
              <a:spcAft>
                <a:spcPts val="0"/>
              </a:spcAft>
              <a:buSzPts val="2200"/>
              <a:buFont typeface="Times New Roman"/>
              <a:buChar char="●"/>
            </a:pPr>
            <a:r>
              <a:rPr lang="en" sz="2200">
                <a:latin typeface="Times New Roman"/>
                <a:ea typeface="Times New Roman"/>
                <a:cs typeface="Times New Roman"/>
                <a:sym typeface="Times New Roman"/>
              </a:rPr>
              <a:t>How do missed calls affect game outcomes?</a:t>
            </a:r>
            <a:endParaRPr sz="2200">
              <a:latin typeface="Times New Roman"/>
              <a:ea typeface="Times New Roman"/>
              <a:cs typeface="Times New Roman"/>
              <a:sym typeface="Times New Roman"/>
            </a:endParaRPr>
          </a:p>
        </p:txBody>
      </p:sp>
      <p:pic>
        <p:nvPicPr>
          <p:cNvPr id="97" name="Google Shape;97;p18"/>
          <p:cNvPicPr preferRelativeResize="0"/>
          <p:nvPr/>
        </p:nvPicPr>
        <p:blipFill rotWithShape="1">
          <a:blip r:embed="rId3">
            <a:alphaModFix/>
          </a:blip>
          <a:srcRect b="0" l="0" r="0" t="0"/>
          <a:stretch/>
        </p:blipFill>
        <p:spPr>
          <a:xfrm>
            <a:off x="8036725" y="4407694"/>
            <a:ext cx="1107281" cy="735806"/>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 name="Shape 101"/>
        <p:cNvGrpSpPr/>
        <p:nvPr/>
      </p:nvGrpSpPr>
      <p:grpSpPr>
        <a:xfrm>
          <a:off x="0" y="0"/>
          <a:ext cx="0" cy="0"/>
          <a:chOff x="0" y="0"/>
          <a:chExt cx="0" cy="0"/>
        </a:xfrm>
      </p:grpSpPr>
      <p:sp>
        <p:nvSpPr>
          <p:cNvPr id="102" name="Google Shape;102;p1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Games Analyzed</a:t>
            </a:r>
            <a:endParaRPr/>
          </a:p>
        </p:txBody>
      </p:sp>
      <p:pic>
        <p:nvPicPr>
          <p:cNvPr id="103" name="Google Shape;103;p19"/>
          <p:cNvPicPr preferRelativeResize="0"/>
          <p:nvPr/>
        </p:nvPicPr>
        <p:blipFill>
          <a:blip r:embed="rId3">
            <a:alphaModFix/>
          </a:blip>
          <a:stretch>
            <a:fillRect/>
          </a:stretch>
        </p:blipFill>
        <p:spPr>
          <a:xfrm>
            <a:off x="1541975" y="1124150"/>
            <a:ext cx="2106099" cy="3790249"/>
          </a:xfrm>
          <a:prstGeom prst="rect">
            <a:avLst/>
          </a:prstGeom>
          <a:noFill/>
          <a:ln>
            <a:noFill/>
          </a:ln>
        </p:spPr>
      </p:pic>
      <p:pic>
        <p:nvPicPr>
          <p:cNvPr id="104" name="Google Shape;104;p19"/>
          <p:cNvPicPr preferRelativeResize="0"/>
          <p:nvPr/>
        </p:nvPicPr>
        <p:blipFill>
          <a:blip r:embed="rId4">
            <a:alphaModFix/>
          </a:blip>
          <a:stretch>
            <a:fillRect/>
          </a:stretch>
        </p:blipFill>
        <p:spPr>
          <a:xfrm>
            <a:off x="5318125" y="1124136"/>
            <a:ext cx="1929849" cy="3473091"/>
          </a:xfrm>
          <a:prstGeom prst="rect">
            <a:avLst/>
          </a:prstGeom>
          <a:noFill/>
          <a:ln>
            <a:noFill/>
          </a:ln>
        </p:spPr>
      </p:pic>
      <p:pic>
        <p:nvPicPr>
          <p:cNvPr id="105" name="Google Shape;105;p19"/>
          <p:cNvPicPr preferRelativeResize="0"/>
          <p:nvPr/>
        </p:nvPicPr>
        <p:blipFill rotWithShape="1">
          <a:blip r:embed="rId5">
            <a:alphaModFix/>
          </a:blip>
          <a:srcRect b="0" l="0" r="0" t="0"/>
          <a:stretch/>
        </p:blipFill>
        <p:spPr>
          <a:xfrm>
            <a:off x="8036725" y="4407694"/>
            <a:ext cx="1107281" cy="735806"/>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 name="Shape 109"/>
        <p:cNvGrpSpPr/>
        <p:nvPr/>
      </p:nvGrpSpPr>
      <p:grpSpPr>
        <a:xfrm>
          <a:off x="0" y="0"/>
          <a:ext cx="0" cy="0"/>
          <a:chOff x="0" y="0"/>
          <a:chExt cx="0" cy="0"/>
        </a:xfrm>
      </p:grpSpPr>
      <p:sp>
        <p:nvSpPr>
          <p:cNvPr id="110" name="Google Shape;110;p20"/>
          <p:cNvSpPr txBox="1"/>
          <p:nvPr>
            <p:ph type="title"/>
          </p:nvPr>
        </p:nvSpPr>
        <p:spPr>
          <a:xfrm>
            <a:off x="311700" y="445025"/>
            <a:ext cx="8520600" cy="572700"/>
          </a:xfrm>
          <a:prstGeom prst="rect">
            <a:avLst/>
          </a:prstGeom>
          <a:noFill/>
          <a:ln>
            <a:noFill/>
          </a:ln>
        </p:spPr>
        <p:txBody>
          <a:bodyPr anchorCtr="0" anchor="ctr" bIns="91425" lIns="91425" spcFirstLastPara="1" rIns="91425" wrap="square" tIns="91425">
            <a:normAutofit fontScale="90000"/>
          </a:bodyPr>
          <a:lstStyle/>
          <a:p>
            <a:pPr indent="0" lvl="0" marL="0" rtl="0" algn="ctr">
              <a:lnSpc>
                <a:spcPct val="100000"/>
              </a:lnSpc>
              <a:spcBef>
                <a:spcPts val="0"/>
              </a:spcBef>
              <a:spcAft>
                <a:spcPts val="0"/>
              </a:spcAft>
              <a:buClr>
                <a:schemeClr val="lt1"/>
              </a:buClr>
              <a:buSzPct val="93333"/>
              <a:buFont typeface="Times New Roman"/>
              <a:buNone/>
            </a:pPr>
            <a:r>
              <a:rPr lang="en">
                <a:solidFill>
                  <a:srgbClr val="FFFFFF"/>
                </a:solidFill>
                <a:latin typeface="Times New Roman"/>
                <a:ea typeface="Times New Roman"/>
                <a:cs typeface="Times New Roman"/>
                <a:sym typeface="Times New Roman"/>
              </a:rPr>
              <a:t>Finding Umpire Errors</a:t>
            </a:r>
            <a:endParaRPr>
              <a:solidFill>
                <a:srgbClr val="FFFFFF"/>
              </a:solidFill>
              <a:latin typeface="Times New Roman"/>
              <a:ea typeface="Times New Roman"/>
              <a:cs typeface="Times New Roman"/>
              <a:sym typeface="Times New Roman"/>
            </a:endParaRPr>
          </a:p>
        </p:txBody>
      </p:sp>
      <p:pic>
        <p:nvPicPr>
          <p:cNvPr id="111" name="Google Shape;111;p20"/>
          <p:cNvPicPr preferRelativeResize="0"/>
          <p:nvPr/>
        </p:nvPicPr>
        <p:blipFill rotWithShape="1">
          <a:blip r:embed="rId3">
            <a:alphaModFix/>
          </a:blip>
          <a:srcRect b="0" l="0" r="0" t="0"/>
          <a:stretch/>
        </p:blipFill>
        <p:spPr>
          <a:xfrm>
            <a:off x="8036725" y="4407694"/>
            <a:ext cx="1107281" cy="735806"/>
          </a:xfrm>
          <a:prstGeom prst="rect">
            <a:avLst/>
          </a:prstGeom>
          <a:noFill/>
          <a:ln>
            <a:noFill/>
          </a:ln>
        </p:spPr>
      </p:pic>
      <p:pic>
        <p:nvPicPr>
          <p:cNvPr descr="Broadcasters enjoy umpire's strike-three call - YouTube" id="112" name="Google Shape;112;p20"/>
          <p:cNvPicPr preferRelativeResize="0"/>
          <p:nvPr/>
        </p:nvPicPr>
        <p:blipFill>
          <a:blip r:embed="rId4">
            <a:alphaModFix/>
          </a:blip>
          <a:stretch>
            <a:fillRect/>
          </a:stretch>
        </p:blipFill>
        <p:spPr>
          <a:xfrm>
            <a:off x="1377650" y="1106750"/>
            <a:ext cx="6388699" cy="3593650"/>
          </a:xfrm>
          <a:prstGeom prst="rect">
            <a:avLst/>
          </a:prstGeom>
          <a:noFill/>
          <a:ln>
            <a:noFill/>
          </a:ln>
        </p:spPr>
      </p:pic>
      <p:sp>
        <p:nvSpPr>
          <p:cNvPr id="113" name="Google Shape;113;p2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Step 1: Identifying Missed Calls</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 name="Shape 117"/>
        <p:cNvGrpSpPr/>
        <p:nvPr/>
      </p:nvGrpSpPr>
      <p:grpSpPr>
        <a:xfrm>
          <a:off x="0" y="0"/>
          <a:ext cx="0" cy="0"/>
          <a:chOff x="0" y="0"/>
          <a:chExt cx="0" cy="0"/>
        </a:xfrm>
      </p:grpSpPr>
      <p:sp>
        <p:nvSpPr>
          <p:cNvPr id="118" name="Google Shape;118;p2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ctr">
              <a:lnSpc>
                <a:spcPct val="100000"/>
              </a:lnSpc>
              <a:spcBef>
                <a:spcPts val="0"/>
              </a:spcBef>
              <a:spcAft>
                <a:spcPts val="0"/>
              </a:spcAft>
              <a:buClr>
                <a:schemeClr val="lt1"/>
              </a:buClr>
              <a:buSzPct val="93333"/>
              <a:buFont typeface="Times New Roman"/>
              <a:buNone/>
            </a:pPr>
            <a:r>
              <a:rPr lang="en">
                <a:solidFill>
                  <a:schemeClr val="lt1"/>
                </a:solidFill>
                <a:latin typeface="Times New Roman"/>
                <a:ea typeface="Times New Roman"/>
                <a:cs typeface="Times New Roman"/>
                <a:sym typeface="Times New Roman"/>
              </a:rPr>
              <a:t>Methodology</a:t>
            </a:r>
            <a:endParaRPr/>
          </a:p>
        </p:txBody>
      </p:sp>
      <p:sp>
        <p:nvSpPr>
          <p:cNvPr id="119" name="Google Shape;119;p21"/>
          <p:cNvSpPr txBox="1"/>
          <p:nvPr>
            <p:ph idx="1" type="body"/>
          </p:nvPr>
        </p:nvSpPr>
        <p:spPr>
          <a:xfrm>
            <a:off x="311700" y="1152475"/>
            <a:ext cx="8520600" cy="2441100"/>
          </a:xfrm>
          <a:prstGeom prst="rect">
            <a:avLst/>
          </a:prstGeom>
          <a:noFill/>
          <a:ln>
            <a:noFill/>
          </a:ln>
        </p:spPr>
        <p:txBody>
          <a:bodyPr anchorCtr="0" anchor="t" bIns="91425" lIns="91425" spcFirstLastPara="1" rIns="91425" wrap="square" tIns="91425">
            <a:normAutofit/>
          </a:bodyPr>
          <a:lstStyle/>
          <a:p>
            <a:pPr indent="-368300" lvl="0" marL="457200" rtl="0" algn="l">
              <a:lnSpc>
                <a:spcPct val="150000"/>
              </a:lnSpc>
              <a:spcBef>
                <a:spcPts val="0"/>
              </a:spcBef>
              <a:spcAft>
                <a:spcPts val="0"/>
              </a:spcAft>
              <a:buSzPts val="2200"/>
              <a:buFont typeface="Times New Roman"/>
              <a:buAutoNum type="arabicPeriod"/>
            </a:pPr>
            <a:r>
              <a:rPr lang="en" sz="2200">
                <a:latin typeface="Times New Roman"/>
                <a:ea typeface="Times New Roman"/>
                <a:cs typeface="Times New Roman"/>
                <a:sym typeface="Times New Roman"/>
              </a:rPr>
              <a:t>Use 17 inch home plate and 1.45 inches for ball radius</a:t>
            </a:r>
            <a:endParaRPr sz="2200">
              <a:latin typeface="Times New Roman"/>
              <a:ea typeface="Times New Roman"/>
              <a:cs typeface="Times New Roman"/>
              <a:sym typeface="Times New Roman"/>
            </a:endParaRPr>
          </a:p>
          <a:p>
            <a:pPr indent="-368300" lvl="0" marL="457200" rtl="0" algn="l">
              <a:lnSpc>
                <a:spcPct val="150000"/>
              </a:lnSpc>
              <a:spcBef>
                <a:spcPts val="0"/>
              </a:spcBef>
              <a:spcAft>
                <a:spcPts val="0"/>
              </a:spcAft>
              <a:buSzPts val="2200"/>
              <a:buFont typeface="Times New Roman"/>
              <a:buAutoNum type="arabicPeriod"/>
            </a:pPr>
            <a:r>
              <a:rPr lang="en" sz="2200">
                <a:latin typeface="Times New Roman"/>
                <a:ea typeface="Times New Roman"/>
                <a:cs typeface="Times New Roman"/>
                <a:sym typeface="Times New Roman"/>
              </a:rPr>
              <a:t>Considered a pitch a strike if any part of ball touches the zone</a:t>
            </a:r>
            <a:endParaRPr sz="2200">
              <a:latin typeface="Times New Roman"/>
              <a:ea typeface="Times New Roman"/>
              <a:cs typeface="Times New Roman"/>
              <a:sym typeface="Times New Roman"/>
            </a:endParaRPr>
          </a:p>
          <a:p>
            <a:pPr indent="-368300" lvl="0" marL="457200" rtl="0" algn="l">
              <a:lnSpc>
                <a:spcPct val="150000"/>
              </a:lnSpc>
              <a:spcBef>
                <a:spcPts val="0"/>
              </a:spcBef>
              <a:spcAft>
                <a:spcPts val="0"/>
              </a:spcAft>
              <a:buSzPts val="2200"/>
              <a:buFont typeface="Times New Roman"/>
              <a:buAutoNum type="arabicPeriod"/>
            </a:pPr>
            <a:r>
              <a:rPr lang="en" sz="2200">
                <a:latin typeface="Times New Roman"/>
                <a:ea typeface="Times New Roman"/>
                <a:cs typeface="Times New Roman"/>
                <a:sym typeface="Times New Roman"/>
              </a:rPr>
              <a:t>Used Python script to automate ball/strike decisions</a:t>
            </a:r>
            <a:endParaRPr sz="2200">
              <a:latin typeface="Times New Roman"/>
              <a:ea typeface="Times New Roman"/>
              <a:cs typeface="Times New Roman"/>
              <a:sym typeface="Times New Roman"/>
            </a:endParaRPr>
          </a:p>
          <a:p>
            <a:pPr indent="0" lvl="0" marL="457200" rtl="0" algn="l">
              <a:lnSpc>
                <a:spcPct val="150000"/>
              </a:lnSpc>
              <a:spcBef>
                <a:spcPts val="1600"/>
              </a:spcBef>
              <a:spcAft>
                <a:spcPts val="1600"/>
              </a:spcAft>
              <a:buNone/>
            </a:pPr>
            <a:r>
              <a:t/>
            </a:r>
            <a:endParaRPr sz="2200">
              <a:solidFill>
                <a:srgbClr val="244266"/>
              </a:solidFill>
              <a:latin typeface="Times New Roman"/>
              <a:ea typeface="Times New Roman"/>
              <a:cs typeface="Times New Roman"/>
              <a:sym typeface="Times New Roman"/>
            </a:endParaRPr>
          </a:p>
        </p:txBody>
      </p:sp>
      <p:pic>
        <p:nvPicPr>
          <p:cNvPr id="120" name="Google Shape;120;p21"/>
          <p:cNvPicPr preferRelativeResize="0"/>
          <p:nvPr/>
        </p:nvPicPr>
        <p:blipFill rotWithShape="1">
          <a:blip r:embed="rId3">
            <a:alphaModFix/>
          </a:blip>
          <a:srcRect b="0" l="0" r="0" t="0"/>
          <a:stretch/>
        </p:blipFill>
        <p:spPr>
          <a:xfrm>
            <a:off x="8036725" y="4407694"/>
            <a:ext cx="1107281" cy="735806"/>
          </a:xfrm>
          <a:prstGeom prst="rect">
            <a:avLst/>
          </a:prstGeom>
          <a:noFill/>
          <a:ln>
            <a:noFill/>
          </a:ln>
        </p:spPr>
      </p:pic>
      <p:sp>
        <p:nvSpPr>
          <p:cNvPr id="121" name="Google Shape;121;p21"/>
          <p:cNvSpPr/>
          <p:nvPr/>
        </p:nvSpPr>
        <p:spPr>
          <a:xfrm>
            <a:off x="1179950" y="2776000"/>
            <a:ext cx="1107300" cy="1791600"/>
          </a:xfrm>
          <a:prstGeom prst="rect">
            <a:avLst/>
          </a:prstGeom>
          <a:solidFill>
            <a:schemeClr val="lt1"/>
          </a:solidFill>
          <a:ln cap="flat" cmpd="sng" w="38100">
            <a:solidFill>
              <a:srgbClr val="0000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 name="Google Shape;122;p21"/>
          <p:cNvSpPr/>
          <p:nvPr/>
        </p:nvSpPr>
        <p:spPr>
          <a:xfrm>
            <a:off x="2247500" y="4487500"/>
            <a:ext cx="317100" cy="306600"/>
          </a:xfrm>
          <a:prstGeom prst="ellipse">
            <a:avLst/>
          </a:prstGeom>
          <a:solidFill>
            <a:schemeClr val="lt1"/>
          </a:solidFill>
          <a:ln cap="flat" cmpd="sng" w="3810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 name="Google Shape;123;p21"/>
          <p:cNvSpPr txBox="1"/>
          <p:nvPr/>
        </p:nvSpPr>
        <p:spPr>
          <a:xfrm>
            <a:off x="1219700" y="4640025"/>
            <a:ext cx="10278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a:t>Strike</a:t>
            </a:r>
            <a:endParaRPr/>
          </a:p>
        </p:txBody>
      </p:sp>
      <p:sp>
        <p:nvSpPr>
          <p:cNvPr id="124" name="Google Shape;124;p21"/>
          <p:cNvSpPr/>
          <p:nvPr/>
        </p:nvSpPr>
        <p:spPr>
          <a:xfrm>
            <a:off x="5126850" y="2776000"/>
            <a:ext cx="1107300" cy="1863900"/>
          </a:xfrm>
          <a:prstGeom prst="rect">
            <a:avLst/>
          </a:prstGeom>
          <a:solidFill>
            <a:schemeClr val="lt1"/>
          </a:solidFill>
          <a:ln cap="flat" cmpd="sng" w="38100">
            <a:solidFill>
              <a:srgbClr val="0000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 name="Google Shape;125;p21"/>
          <p:cNvSpPr txBox="1"/>
          <p:nvPr/>
        </p:nvSpPr>
        <p:spPr>
          <a:xfrm>
            <a:off x="5166600" y="4640025"/>
            <a:ext cx="10278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a:t>Ball</a:t>
            </a:r>
            <a:endParaRPr/>
          </a:p>
        </p:txBody>
      </p:sp>
      <p:sp>
        <p:nvSpPr>
          <p:cNvPr id="126" name="Google Shape;126;p21"/>
          <p:cNvSpPr/>
          <p:nvPr/>
        </p:nvSpPr>
        <p:spPr>
          <a:xfrm>
            <a:off x="6293900" y="4333425"/>
            <a:ext cx="317100" cy="306600"/>
          </a:xfrm>
          <a:prstGeom prst="ellipse">
            <a:avLst/>
          </a:prstGeom>
          <a:solidFill>
            <a:schemeClr val="lt1"/>
          </a:solidFill>
          <a:ln cap="flat" cmpd="sng" w="3810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 name="Google Shape;127;p2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Methodology</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 name="Shape 131"/>
        <p:cNvGrpSpPr/>
        <p:nvPr/>
      </p:nvGrpSpPr>
      <p:grpSpPr>
        <a:xfrm>
          <a:off x="0" y="0"/>
          <a:ext cx="0" cy="0"/>
          <a:chOff x="0" y="0"/>
          <a:chExt cx="0" cy="0"/>
        </a:xfrm>
      </p:grpSpPr>
      <p:sp>
        <p:nvSpPr>
          <p:cNvPr id="132" name="Google Shape;132;p22"/>
          <p:cNvSpPr txBox="1"/>
          <p:nvPr>
            <p:ph type="title"/>
          </p:nvPr>
        </p:nvSpPr>
        <p:spPr>
          <a:xfrm>
            <a:off x="311700" y="445025"/>
            <a:ext cx="8520600" cy="572700"/>
          </a:xfrm>
          <a:prstGeom prst="rect">
            <a:avLst/>
          </a:prstGeom>
          <a:noFill/>
          <a:ln>
            <a:noFill/>
          </a:ln>
        </p:spPr>
        <p:txBody>
          <a:bodyPr anchorCtr="0" anchor="ctr" bIns="91425" lIns="91425" spcFirstLastPara="1" rIns="91425" wrap="square" tIns="91425">
            <a:normAutofit fontScale="90000"/>
          </a:bodyPr>
          <a:lstStyle/>
          <a:p>
            <a:pPr indent="0" lvl="0" marL="0" rtl="0" algn="ctr">
              <a:lnSpc>
                <a:spcPct val="100000"/>
              </a:lnSpc>
              <a:spcBef>
                <a:spcPts val="0"/>
              </a:spcBef>
              <a:spcAft>
                <a:spcPts val="0"/>
              </a:spcAft>
              <a:buClr>
                <a:schemeClr val="lt1"/>
              </a:buClr>
              <a:buSzPct val="93333"/>
              <a:buFont typeface="Times New Roman"/>
              <a:buNone/>
            </a:pPr>
            <a:r>
              <a:rPr lang="en">
                <a:solidFill>
                  <a:srgbClr val="FFFFFF"/>
                </a:solidFill>
                <a:latin typeface="Times New Roman"/>
                <a:ea typeface="Times New Roman"/>
                <a:cs typeface="Times New Roman"/>
                <a:sym typeface="Times New Roman"/>
              </a:rPr>
              <a:t>Results</a:t>
            </a:r>
            <a:endParaRPr>
              <a:solidFill>
                <a:srgbClr val="FFFFFF"/>
              </a:solidFill>
              <a:latin typeface="Times New Roman"/>
              <a:ea typeface="Times New Roman"/>
              <a:cs typeface="Times New Roman"/>
              <a:sym typeface="Times New Roman"/>
            </a:endParaRPr>
          </a:p>
        </p:txBody>
      </p:sp>
      <p:pic>
        <p:nvPicPr>
          <p:cNvPr id="133" name="Google Shape;133;p22"/>
          <p:cNvPicPr preferRelativeResize="0"/>
          <p:nvPr/>
        </p:nvPicPr>
        <p:blipFill rotWithShape="1">
          <a:blip r:embed="rId3">
            <a:alphaModFix/>
          </a:blip>
          <a:srcRect b="0" l="0" r="0" t="0"/>
          <a:stretch/>
        </p:blipFill>
        <p:spPr>
          <a:xfrm>
            <a:off x="8036725" y="4407694"/>
            <a:ext cx="1107281" cy="735806"/>
          </a:xfrm>
          <a:prstGeom prst="rect">
            <a:avLst/>
          </a:prstGeom>
          <a:noFill/>
          <a:ln>
            <a:noFill/>
          </a:ln>
        </p:spPr>
      </p:pic>
      <p:sp>
        <p:nvSpPr>
          <p:cNvPr id="134" name="Google Shape;134;p22"/>
          <p:cNvSpPr txBox="1"/>
          <p:nvPr/>
        </p:nvSpPr>
        <p:spPr>
          <a:xfrm>
            <a:off x="173625" y="900650"/>
            <a:ext cx="8778600" cy="523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t/>
            </a:r>
            <a:endParaRPr sz="2200">
              <a:solidFill>
                <a:srgbClr val="244266"/>
              </a:solidFill>
              <a:latin typeface="Times New Roman"/>
              <a:ea typeface="Times New Roman"/>
              <a:cs typeface="Times New Roman"/>
              <a:sym typeface="Times New Roman"/>
            </a:endParaRPr>
          </a:p>
        </p:txBody>
      </p:sp>
      <p:graphicFrame>
        <p:nvGraphicFramePr>
          <p:cNvPr id="135" name="Google Shape;135;p22"/>
          <p:cNvGraphicFramePr/>
          <p:nvPr/>
        </p:nvGraphicFramePr>
        <p:xfrm>
          <a:off x="952500" y="2266950"/>
          <a:ext cx="3000000" cy="3000000"/>
        </p:xfrm>
        <a:graphic>
          <a:graphicData uri="http://schemas.openxmlformats.org/drawingml/2006/table">
            <a:tbl>
              <a:tblPr>
                <a:noFill/>
                <a:tableStyleId>{C03E4AA6-F105-4475-A2D8-1EF4BBB4246A}</a:tableStyleId>
              </a:tblPr>
              <a:tblGrid>
                <a:gridCol w="2907775"/>
                <a:gridCol w="1918225"/>
                <a:gridCol w="2413000"/>
              </a:tblGrid>
              <a:tr h="381000">
                <a:tc>
                  <a:txBody>
                    <a:bodyPr/>
                    <a:lstStyle/>
                    <a:p>
                      <a:pPr indent="0" lvl="0" marL="0" rtl="0" algn="l">
                        <a:spcBef>
                          <a:spcPts val="0"/>
                        </a:spcBef>
                        <a:spcAft>
                          <a:spcPts val="0"/>
                        </a:spcAft>
                        <a:buNone/>
                      </a:pPr>
                      <a:r>
                        <a:rPr b="1" lang="en"/>
                        <a:t>Game</a:t>
                      </a:r>
                      <a:endParaRPr b="1"/>
                    </a:p>
                  </a:txBody>
                  <a:tcPr marT="91425" marB="91425" marR="91425" marL="91425"/>
                </a:tc>
                <a:tc>
                  <a:txBody>
                    <a:bodyPr/>
                    <a:lstStyle/>
                    <a:p>
                      <a:pPr indent="0" lvl="0" marL="0" rtl="0" algn="l">
                        <a:spcBef>
                          <a:spcPts val="0"/>
                        </a:spcBef>
                        <a:spcAft>
                          <a:spcPts val="0"/>
                        </a:spcAft>
                        <a:buNone/>
                      </a:pPr>
                      <a:r>
                        <a:rPr lang="en"/>
                        <a:t>SFG @ ATL 6-22-22</a:t>
                      </a:r>
                      <a:endParaRPr/>
                    </a:p>
                  </a:txBody>
                  <a:tcPr marT="91425" marB="91425" marR="91425" marL="91425"/>
                </a:tc>
                <a:tc>
                  <a:txBody>
                    <a:bodyPr/>
                    <a:lstStyle/>
                    <a:p>
                      <a:pPr indent="0" lvl="0" marL="0" rtl="0" algn="l">
                        <a:spcBef>
                          <a:spcPts val="0"/>
                        </a:spcBef>
                        <a:spcAft>
                          <a:spcPts val="0"/>
                        </a:spcAft>
                        <a:buNone/>
                      </a:pPr>
                      <a:r>
                        <a:rPr lang="en"/>
                        <a:t>NYY @ MIL 9-16-22</a:t>
                      </a:r>
                      <a:endParaRPr/>
                    </a:p>
                  </a:txBody>
                  <a:tcPr marT="91425" marB="91425" marR="91425" marL="91425"/>
                </a:tc>
              </a:tr>
              <a:tr h="381000">
                <a:tc>
                  <a:txBody>
                    <a:bodyPr/>
                    <a:lstStyle/>
                    <a:p>
                      <a:pPr indent="0" lvl="0" marL="0" rtl="0" algn="l">
                        <a:spcBef>
                          <a:spcPts val="0"/>
                        </a:spcBef>
                        <a:spcAft>
                          <a:spcPts val="0"/>
                        </a:spcAft>
                        <a:buNone/>
                      </a:pPr>
                      <a:r>
                        <a:rPr b="1" lang="en"/>
                        <a:t>Missed Calls (Ump Scorecards)</a:t>
                      </a:r>
                      <a:endParaRPr b="1"/>
                    </a:p>
                  </a:txBody>
                  <a:tcPr marT="91425" marB="91425" marR="91425" marL="91425"/>
                </a:tc>
                <a:tc>
                  <a:txBody>
                    <a:bodyPr/>
                    <a:lstStyle/>
                    <a:p>
                      <a:pPr indent="0" lvl="0" marL="0" rtl="0" algn="l">
                        <a:spcBef>
                          <a:spcPts val="0"/>
                        </a:spcBef>
                        <a:spcAft>
                          <a:spcPts val="0"/>
                        </a:spcAft>
                        <a:buNone/>
                      </a:pPr>
                      <a:r>
                        <a:rPr lang="en"/>
                        <a:t>5</a:t>
                      </a:r>
                      <a:endParaRPr/>
                    </a:p>
                  </a:txBody>
                  <a:tcPr marT="91425" marB="91425" marR="91425" marL="91425"/>
                </a:tc>
                <a:tc>
                  <a:txBody>
                    <a:bodyPr/>
                    <a:lstStyle/>
                    <a:p>
                      <a:pPr indent="0" lvl="0" marL="0" rtl="0" algn="l">
                        <a:spcBef>
                          <a:spcPts val="0"/>
                        </a:spcBef>
                        <a:spcAft>
                          <a:spcPts val="0"/>
                        </a:spcAft>
                        <a:buNone/>
                      </a:pPr>
                      <a:r>
                        <a:rPr lang="en"/>
                        <a:t>22</a:t>
                      </a:r>
                      <a:endParaRPr/>
                    </a:p>
                  </a:txBody>
                  <a:tcPr marT="91425" marB="91425" marR="91425" marL="91425"/>
                </a:tc>
              </a:tr>
              <a:tr h="381000">
                <a:tc>
                  <a:txBody>
                    <a:bodyPr/>
                    <a:lstStyle/>
                    <a:p>
                      <a:pPr indent="0" lvl="0" marL="0" rtl="0" algn="l">
                        <a:spcBef>
                          <a:spcPts val="0"/>
                        </a:spcBef>
                        <a:spcAft>
                          <a:spcPts val="0"/>
                        </a:spcAft>
                        <a:buNone/>
                      </a:pPr>
                      <a:r>
                        <a:rPr b="1" lang="en"/>
                        <a:t>Missed Calls (Our Method)</a:t>
                      </a:r>
                      <a:endParaRPr b="1"/>
                    </a:p>
                  </a:txBody>
                  <a:tcPr marT="91425" marB="91425" marR="91425" marL="91425"/>
                </a:tc>
                <a:tc>
                  <a:txBody>
                    <a:bodyPr/>
                    <a:lstStyle/>
                    <a:p>
                      <a:pPr indent="0" lvl="0" marL="0" rtl="0" algn="l">
                        <a:spcBef>
                          <a:spcPts val="0"/>
                        </a:spcBef>
                        <a:spcAft>
                          <a:spcPts val="0"/>
                        </a:spcAft>
                        <a:buNone/>
                      </a:pPr>
                      <a:r>
                        <a:rPr lang="en"/>
                        <a:t>8</a:t>
                      </a:r>
                      <a:endParaRPr/>
                    </a:p>
                  </a:txBody>
                  <a:tcPr marT="91425" marB="91425" marR="91425" marL="91425"/>
                </a:tc>
                <a:tc>
                  <a:txBody>
                    <a:bodyPr/>
                    <a:lstStyle/>
                    <a:p>
                      <a:pPr indent="0" lvl="0" marL="0" rtl="0" algn="l">
                        <a:spcBef>
                          <a:spcPts val="0"/>
                        </a:spcBef>
                        <a:spcAft>
                          <a:spcPts val="0"/>
                        </a:spcAft>
                        <a:buNone/>
                      </a:pPr>
                      <a:r>
                        <a:rPr lang="en"/>
                        <a:t>24</a:t>
                      </a:r>
                      <a:endParaRPr/>
                    </a:p>
                  </a:txBody>
                  <a:tcPr marT="91425" marB="91425" marR="91425" marL="91425"/>
                </a:tc>
              </a:tr>
              <a:tr h="381000">
                <a:tc>
                  <a:txBody>
                    <a:bodyPr/>
                    <a:lstStyle/>
                    <a:p>
                      <a:pPr indent="0" lvl="0" marL="0" rtl="0" algn="l">
                        <a:spcBef>
                          <a:spcPts val="0"/>
                        </a:spcBef>
                        <a:spcAft>
                          <a:spcPts val="0"/>
                        </a:spcAft>
                        <a:buNone/>
                      </a:pPr>
                      <a:r>
                        <a:rPr b="1" lang="en"/>
                        <a:t>Difference</a:t>
                      </a:r>
                      <a:endParaRPr b="1"/>
                    </a:p>
                  </a:txBody>
                  <a:tcPr marT="91425" marB="91425" marR="91425" marL="91425"/>
                </a:tc>
                <a:tc>
                  <a:txBody>
                    <a:bodyPr/>
                    <a:lstStyle/>
                    <a:p>
                      <a:pPr indent="0" lvl="0" marL="0" rtl="0" algn="l">
                        <a:spcBef>
                          <a:spcPts val="0"/>
                        </a:spcBef>
                        <a:spcAft>
                          <a:spcPts val="0"/>
                        </a:spcAft>
                        <a:buNone/>
                      </a:pPr>
                      <a:r>
                        <a:rPr lang="en">
                          <a:solidFill>
                            <a:srgbClr val="FF0000"/>
                          </a:solidFill>
                        </a:rPr>
                        <a:t>+3</a:t>
                      </a:r>
                      <a:endParaRPr>
                        <a:solidFill>
                          <a:srgbClr val="FF0000"/>
                        </a:solidFill>
                      </a:endParaRPr>
                    </a:p>
                  </a:txBody>
                  <a:tcPr marT="91425" marB="91425" marR="91425" marL="91425"/>
                </a:tc>
                <a:tc>
                  <a:txBody>
                    <a:bodyPr/>
                    <a:lstStyle/>
                    <a:p>
                      <a:pPr indent="0" lvl="0" marL="0" rtl="0" algn="l">
                        <a:spcBef>
                          <a:spcPts val="0"/>
                        </a:spcBef>
                        <a:spcAft>
                          <a:spcPts val="0"/>
                        </a:spcAft>
                        <a:buNone/>
                      </a:pPr>
                      <a:r>
                        <a:rPr lang="en">
                          <a:solidFill>
                            <a:srgbClr val="FF0000"/>
                          </a:solidFill>
                        </a:rPr>
                        <a:t>+2</a:t>
                      </a:r>
                      <a:endParaRPr>
                        <a:solidFill>
                          <a:srgbClr val="FF0000"/>
                        </a:solidFill>
                      </a:endParaRPr>
                    </a:p>
                  </a:txBody>
                  <a:tcPr marT="91425" marB="91425" marR="91425" marL="91425"/>
                </a:tc>
              </a:tr>
            </a:tbl>
          </a:graphicData>
        </a:graphic>
      </p:graphicFrame>
      <p:sp>
        <p:nvSpPr>
          <p:cNvPr id="136" name="Google Shape;136;p2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Missed Call Results</a:t>
            </a:r>
            <a:endParaRPr/>
          </a:p>
        </p:txBody>
      </p:sp>
      <p:sp>
        <p:nvSpPr>
          <p:cNvPr id="137" name="Google Shape;137;p22"/>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p>
            <a:pPr indent="0" lvl="0" marL="0" rtl="0" algn="ctr">
              <a:lnSpc>
                <a:spcPct val="150000"/>
              </a:lnSpc>
              <a:spcBef>
                <a:spcPts val="0"/>
              </a:spcBef>
              <a:spcAft>
                <a:spcPts val="0"/>
              </a:spcAft>
              <a:buNone/>
            </a:pPr>
            <a:r>
              <a:rPr lang="en" sz="2200">
                <a:latin typeface="Times New Roman"/>
                <a:ea typeface="Times New Roman"/>
                <a:cs typeface="Times New Roman"/>
                <a:sym typeface="Times New Roman"/>
              </a:rPr>
              <a:t>Used one game from each group and analyzed all pitches in each game</a:t>
            </a:r>
            <a:endParaRPr sz="2200">
              <a:latin typeface="Times New Roman"/>
              <a:ea typeface="Times New Roman"/>
              <a:cs typeface="Times New Roman"/>
              <a:sym typeface="Times New Roman"/>
            </a:endParaRPr>
          </a:p>
          <a:p>
            <a:pPr indent="0" lvl="0" marL="457200" rtl="0" algn="l">
              <a:lnSpc>
                <a:spcPct val="150000"/>
              </a:lnSpc>
              <a:spcBef>
                <a:spcPts val="1600"/>
              </a:spcBef>
              <a:spcAft>
                <a:spcPts val="1600"/>
              </a:spcAft>
              <a:buNone/>
            </a:pPr>
            <a:r>
              <a:t/>
            </a:r>
            <a:endParaRPr sz="2200">
              <a:solidFill>
                <a:srgbClr val="244266"/>
              </a:solidFill>
              <a:latin typeface="Times New Roman"/>
              <a:ea typeface="Times New Roman"/>
              <a:cs typeface="Times New Roman"/>
              <a:sym typeface="Times New Roman"/>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 name="Shape 141"/>
        <p:cNvGrpSpPr/>
        <p:nvPr/>
      </p:nvGrpSpPr>
      <p:grpSpPr>
        <a:xfrm>
          <a:off x="0" y="0"/>
          <a:ext cx="0" cy="0"/>
          <a:chOff x="0" y="0"/>
          <a:chExt cx="0" cy="0"/>
        </a:xfrm>
      </p:grpSpPr>
      <p:sp>
        <p:nvSpPr>
          <p:cNvPr id="142" name="Google Shape;142;p23"/>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ctr">
              <a:lnSpc>
                <a:spcPct val="100000"/>
              </a:lnSpc>
              <a:spcBef>
                <a:spcPts val="0"/>
              </a:spcBef>
              <a:spcAft>
                <a:spcPts val="0"/>
              </a:spcAft>
              <a:buClr>
                <a:schemeClr val="lt1"/>
              </a:buClr>
              <a:buSzPct val="93333"/>
              <a:buFont typeface="Times New Roman"/>
              <a:buNone/>
            </a:pPr>
            <a:r>
              <a:rPr lang="en">
                <a:solidFill>
                  <a:schemeClr val="lt1"/>
                </a:solidFill>
                <a:latin typeface="Times New Roman"/>
                <a:ea typeface="Times New Roman"/>
                <a:cs typeface="Times New Roman"/>
                <a:sym typeface="Times New Roman"/>
              </a:rPr>
              <a:t>Our Method vs. Ump Scorecards (FIX IMAGES)</a:t>
            </a:r>
            <a:endParaRPr>
              <a:solidFill>
                <a:schemeClr val="lt1"/>
              </a:solidFill>
              <a:latin typeface="Times New Roman"/>
              <a:ea typeface="Times New Roman"/>
              <a:cs typeface="Times New Roman"/>
              <a:sym typeface="Times New Roman"/>
            </a:endParaRPr>
          </a:p>
          <a:p>
            <a:pPr indent="0" lvl="0" marL="0" rtl="0" algn="ctr">
              <a:lnSpc>
                <a:spcPct val="100000"/>
              </a:lnSpc>
              <a:spcBef>
                <a:spcPts val="0"/>
              </a:spcBef>
              <a:spcAft>
                <a:spcPts val="0"/>
              </a:spcAft>
              <a:buClr>
                <a:schemeClr val="lt1"/>
              </a:buClr>
              <a:buSzPct val="93333"/>
              <a:buFont typeface="Times New Roman"/>
              <a:buNone/>
            </a:pPr>
            <a:r>
              <a:rPr lang="en">
                <a:solidFill>
                  <a:schemeClr val="lt1"/>
                </a:solidFill>
                <a:latin typeface="Times New Roman"/>
                <a:ea typeface="Times New Roman"/>
                <a:cs typeface="Times New Roman"/>
                <a:sym typeface="Times New Roman"/>
              </a:rPr>
              <a:t> </a:t>
            </a:r>
            <a:endParaRPr/>
          </a:p>
        </p:txBody>
      </p:sp>
      <p:sp>
        <p:nvSpPr>
          <p:cNvPr id="143" name="Google Shape;143;p23"/>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p>
            <a:pPr indent="-370523" lvl="0" marL="457200" rtl="0" algn="l">
              <a:lnSpc>
                <a:spcPct val="130000"/>
              </a:lnSpc>
              <a:spcBef>
                <a:spcPts val="0"/>
              </a:spcBef>
              <a:spcAft>
                <a:spcPts val="0"/>
              </a:spcAft>
              <a:buSzPts val="2235"/>
              <a:buFont typeface="Times New Roman"/>
              <a:buChar char="●"/>
            </a:pPr>
            <a:r>
              <a:rPr lang="en" sz="2235">
                <a:latin typeface="Times New Roman"/>
                <a:ea typeface="Times New Roman"/>
                <a:cs typeface="Times New Roman"/>
                <a:sym typeface="Times New Roman"/>
              </a:rPr>
              <a:t>UmpScorecards </a:t>
            </a:r>
            <a:r>
              <a:rPr lang="en" sz="2235">
                <a:latin typeface="Times New Roman"/>
                <a:ea typeface="Times New Roman"/>
                <a:cs typeface="Times New Roman"/>
                <a:sym typeface="Times New Roman"/>
              </a:rPr>
              <a:t>incorporates</a:t>
            </a:r>
            <a:r>
              <a:rPr lang="en" sz="2235">
                <a:latin typeface="Times New Roman"/>
                <a:ea typeface="Times New Roman"/>
                <a:cs typeface="Times New Roman"/>
                <a:sym typeface="Times New Roman"/>
              </a:rPr>
              <a:t> Hawk-Eye error into their model</a:t>
            </a:r>
            <a:endParaRPr sz="2235">
              <a:latin typeface="Times New Roman"/>
              <a:ea typeface="Times New Roman"/>
              <a:cs typeface="Times New Roman"/>
              <a:sym typeface="Times New Roman"/>
            </a:endParaRPr>
          </a:p>
          <a:p>
            <a:pPr indent="-370523" lvl="1" marL="914400" rtl="0" algn="l">
              <a:lnSpc>
                <a:spcPct val="130000"/>
              </a:lnSpc>
              <a:spcBef>
                <a:spcPts val="0"/>
              </a:spcBef>
              <a:spcAft>
                <a:spcPts val="0"/>
              </a:spcAft>
              <a:buSzPts val="2235"/>
              <a:buFont typeface="Times New Roman"/>
              <a:buChar char="○"/>
            </a:pPr>
            <a:r>
              <a:rPr lang="en" sz="2235">
                <a:latin typeface="Times New Roman"/>
                <a:ea typeface="Times New Roman"/>
                <a:cs typeface="Times New Roman"/>
                <a:sym typeface="Times New Roman"/>
              </a:rPr>
              <a:t>Simulate 500 similar pitches</a:t>
            </a:r>
            <a:endParaRPr sz="2235">
              <a:latin typeface="Times New Roman"/>
              <a:ea typeface="Times New Roman"/>
              <a:cs typeface="Times New Roman"/>
              <a:sym typeface="Times New Roman"/>
            </a:endParaRPr>
          </a:p>
          <a:p>
            <a:pPr indent="-370523" lvl="0" marL="457200" rtl="0" algn="l">
              <a:lnSpc>
                <a:spcPct val="130000"/>
              </a:lnSpc>
              <a:spcBef>
                <a:spcPts val="0"/>
              </a:spcBef>
              <a:spcAft>
                <a:spcPts val="0"/>
              </a:spcAft>
              <a:buSzPts val="2235"/>
              <a:buFont typeface="Times New Roman"/>
              <a:buChar char="●"/>
            </a:pPr>
            <a:r>
              <a:rPr lang="en" sz="2235">
                <a:latin typeface="Times New Roman"/>
                <a:ea typeface="Times New Roman"/>
                <a:cs typeface="Times New Roman"/>
                <a:sym typeface="Times New Roman"/>
              </a:rPr>
              <a:t>We used true Hawk-Eye data</a:t>
            </a:r>
            <a:endParaRPr sz="2235">
              <a:latin typeface="Times New Roman"/>
              <a:ea typeface="Times New Roman"/>
              <a:cs typeface="Times New Roman"/>
              <a:sym typeface="Times New Roman"/>
            </a:endParaRPr>
          </a:p>
          <a:p>
            <a:pPr indent="-370523" lvl="1" marL="914400" rtl="0" algn="l">
              <a:lnSpc>
                <a:spcPct val="130000"/>
              </a:lnSpc>
              <a:spcBef>
                <a:spcPts val="0"/>
              </a:spcBef>
              <a:spcAft>
                <a:spcPts val="0"/>
              </a:spcAft>
              <a:buSzPts val="2235"/>
              <a:buFont typeface="Times New Roman"/>
              <a:buChar char="○"/>
            </a:pPr>
            <a:r>
              <a:rPr lang="en" sz="2235">
                <a:latin typeface="Times New Roman"/>
                <a:ea typeface="Times New Roman"/>
                <a:cs typeface="Times New Roman"/>
                <a:sym typeface="Times New Roman"/>
              </a:rPr>
              <a:t>Avoid introducing more error into system</a:t>
            </a:r>
            <a:endParaRPr sz="2235">
              <a:latin typeface="Times New Roman"/>
              <a:ea typeface="Times New Roman"/>
              <a:cs typeface="Times New Roman"/>
              <a:sym typeface="Times New Roman"/>
            </a:endParaRPr>
          </a:p>
          <a:p>
            <a:pPr indent="-370523" lvl="1" marL="914400" rtl="0" algn="l">
              <a:lnSpc>
                <a:spcPct val="130000"/>
              </a:lnSpc>
              <a:spcBef>
                <a:spcPts val="0"/>
              </a:spcBef>
              <a:spcAft>
                <a:spcPts val="0"/>
              </a:spcAft>
              <a:buSzPts val="2235"/>
              <a:buFont typeface="Times New Roman"/>
              <a:buChar char="○"/>
            </a:pPr>
            <a:r>
              <a:rPr lang="en" sz="2235">
                <a:latin typeface="Times New Roman"/>
                <a:ea typeface="Times New Roman"/>
                <a:cs typeface="Times New Roman"/>
                <a:sym typeface="Times New Roman"/>
              </a:rPr>
              <a:t>Results in a more harsh stance on umpire decisions</a:t>
            </a:r>
            <a:endParaRPr sz="2235">
              <a:latin typeface="Times New Roman"/>
              <a:ea typeface="Times New Roman"/>
              <a:cs typeface="Times New Roman"/>
              <a:sym typeface="Times New Roman"/>
            </a:endParaRPr>
          </a:p>
          <a:p>
            <a:pPr indent="-370523" lvl="1" marL="914400" rtl="0" algn="l">
              <a:lnSpc>
                <a:spcPct val="130000"/>
              </a:lnSpc>
              <a:spcBef>
                <a:spcPts val="0"/>
              </a:spcBef>
              <a:spcAft>
                <a:spcPts val="0"/>
              </a:spcAft>
              <a:buSzPts val="2235"/>
              <a:buFont typeface="Times New Roman"/>
              <a:buChar char="○"/>
            </a:pPr>
            <a:r>
              <a:rPr lang="en" sz="2235">
                <a:latin typeface="Times New Roman"/>
                <a:ea typeface="Times New Roman"/>
                <a:cs typeface="Times New Roman"/>
                <a:sym typeface="Times New Roman"/>
              </a:rPr>
              <a:t>Emulates Robo-Ump system</a:t>
            </a:r>
            <a:endParaRPr sz="2235">
              <a:latin typeface="Times New Roman"/>
              <a:ea typeface="Times New Roman"/>
              <a:cs typeface="Times New Roman"/>
              <a:sym typeface="Times New Roman"/>
            </a:endParaRPr>
          </a:p>
          <a:p>
            <a:pPr indent="0" lvl="0" marL="457200" rtl="0" algn="l">
              <a:lnSpc>
                <a:spcPct val="130000"/>
              </a:lnSpc>
              <a:spcBef>
                <a:spcPts val="1600"/>
              </a:spcBef>
              <a:spcAft>
                <a:spcPts val="0"/>
              </a:spcAft>
              <a:buSzPts val="1018"/>
              <a:buNone/>
            </a:pPr>
            <a:r>
              <a:t/>
            </a:r>
            <a:endParaRPr sz="2235">
              <a:latin typeface="Times New Roman"/>
              <a:ea typeface="Times New Roman"/>
              <a:cs typeface="Times New Roman"/>
              <a:sym typeface="Times New Roman"/>
            </a:endParaRPr>
          </a:p>
          <a:p>
            <a:pPr indent="0" lvl="0" marL="457200" rtl="0" algn="l">
              <a:lnSpc>
                <a:spcPct val="130000"/>
              </a:lnSpc>
              <a:spcBef>
                <a:spcPts val="1600"/>
              </a:spcBef>
              <a:spcAft>
                <a:spcPts val="1600"/>
              </a:spcAft>
              <a:buSzPts val="1018"/>
              <a:buNone/>
            </a:pPr>
            <a:r>
              <a:t/>
            </a:r>
            <a:endParaRPr sz="2035">
              <a:solidFill>
                <a:srgbClr val="244266"/>
              </a:solidFill>
              <a:latin typeface="Times New Roman"/>
              <a:ea typeface="Times New Roman"/>
              <a:cs typeface="Times New Roman"/>
              <a:sym typeface="Times New Roman"/>
            </a:endParaRPr>
          </a:p>
        </p:txBody>
      </p:sp>
      <p:pic>
        <p:nvPicPr>
          <p:cNvPr id="144" name="Google Shape;144;p23"/>
          <p:cNvPicPr preferRelativeResize="0"/>
          <p:nvPr/>
        </p:nvPicPr>
        <p:blipFill rotWithShape="1">
          <a:blip r:embed="rId3">
            <a:alphaModFix/>
          </a:blip>
          <a:srcRect b="0" l="0" r="0" t="0"/>
          <a:stretch/>
        </p:blipFill>
        <p:spPr>
          <a:xfrm>
            <a:off x="8036725" y="4407694"/>
            <a:ext cx="1107281" cy="735806"/>
          </a:xfrm>
          <a:prstGeom prst="rect">
            <a:avLst/>
          </a:prstGeom>
          <a:noFill/>
          <a:ln>
            <a:noFill/>
          </a:ln>
        </p:spPr>
      </p:pic>
      <p:sp>
        <p:nvSpPr>
          <p:cNvPr id="145" name="Google Shape;145;p2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Why did we get more mistakes?</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9" name="Shape 149"/>
        <p:cNvGrpSpPr/>
        <p:nvPr/>
      </p:nvGrpSpPr>
      <p:grpSpPr>
        <a:xfrm>
          <a:off x="0" y="0"/>
          <a:ext cx="0" cy="0"/>
          <a:chOff x="0" y="0"/>
          <a:chExt cx="0" cy="0"/>
        </a:xfrm>
      </p:grpSpPr>
      <p:sp>
        <p:nvSpPr>
          <p:cNvPr id="150" name="Google Shape;150;p2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Visualizing the Difference</a:t>
            </a:r>
            <a:endParaRPr/>
          </a:p>
        </p:txBody>
      </p:sp>
      <p:sp>
        <p:nvSpPr>
          <p:cNvPr id="151" name="Google Shape;151;p24"/>
          <p:cNvSpPr txBox="1"/>
          <p:nvPr>
            <p:ph idx="1" type="body"/>
          </p:nvPr>
        </p:nvSpPr>
        <p:spPr>
          <a:xfrm>
            <a:off x="311700" y="1152475"/>
            <a:ext cx="8520600" cy="2139300"/>
          </a:xfrm>
          <a:prstGeom prst="rect">
            <a:avLst/>
          </a:prstGeom>
        </p:spPr>
        <p:txBody>
          <a:bodyPr anchorCtr="0" anchor="t" bIns="91425" lIns="91425" spcFirstLastPara="1" rIns="91425" wrap="square" tIns="91425">
            <a:normAutofit/>
          </a:bodyPr>
          <a:lstStyle/>
          <a:p>
            <a:pPr indent="-355600" lvl="0" marL="457200" rtl="0" algn="l">
              <a:spcBef>
                <a:spcPts val="0"/>
              </a:spcBef>
              <a:spcAft>
                <a:spcPts val="0"/>
              </a:spcAft>
              <a:buSzPts val="2000"/>
              <a:buFont typeface="Times New Roman"/>
              <a:buChar char="●"/>
            </a:pPr>
            <a:r>
              <a:rPr lang="en" sz="2000">
                <a:latin typeface="Times New Roman"/>
                <a:ea typeface="Times New Roman"/>
                <a:cs typeface="Times New Roman"/>
                <a:sym typeface="Times New Roman"/>
              </a:rPr>
              <a:t>Suppose umpire calls this a strike</a:t>
            </a:r>
            <a:endParaRPr sz="2000">
              <a:latin typeface="Times New Roman"/>
              <a:ea typeface="Times New Roman"/>
              <a:cs typeface="Times New Roman"/>
              <a:sym typeface="Times New Roman"/>
            </a:endParaRPr>
          </a:p>
          <a:p>
            <a:pPr indent="-355600" lvl="0" marL="457200" rtl="0" algn="l">
              <a:spcBef>
                <a:spcPts val="0"/>
              </a:spcBef>
              <a:spcAft>
                <a:spcPts val="0"/>
              </a:spcAft>
              <a:buSzPts val="2000"/>
              <a:buFont typeface="Times New Roman"/>
              <a:buChar char="●"/>
            </a:pPr>
            <a:r>
              <a:rPr lang="en" sz="2000">
                <a:latin typeface="Times New Roman"/>
                <a:ea typeface="Times New Roman"/>
                <a:cs typeface="Times New Roman"/>
                <a:sym typeface="Times New Roman"/>
              </a:rPr>
              <a:t>UmpScorecards says it’s an incorrect call if &lt;10% of simulated pitches are strikes</a:t>
            </a:r>
            <a:endParaRPr sz="2000">
              <a:latin typeface="Times New Roman"/>
              <a:ea typeface="Times New Roman"/>
              <a:cs typeface="Times New Roman"/>
              <a:sym typeface="Times New Roman"/>
            </a:endParaRPr>
          </a:p>
        </p:txBody>
      </p:sp>
      <p:pic>
        <p:nvPicPr>
          <p:cNvPr id="152" name="Google Shape;152;p24"/>
          <p:cNvPicPr preferRelativeResize="0"/>
          <p:nvPr/>
        </p:nvPicPr>
        <p:blipFill rotWithShape="1">
          <a:blip r:embed="rId3">
            <a:alphaModFix/>
          </a:blip>
          <a:srcRect b="0" l="0" r="22649" t="0"/>
          <a:stretch/>
        </p:blipFill>
        <p:spPr>
          <a:xfrm>
            <a:off x="4625934" y="2205475"/>
            <a:ext cx="3002592" cy="2938023"/>
          </a:xfrm>
          <a:prstGeom prst="rect">
            <a:avLst/>
          </a:prstGeom>
          <a:noFill/>
          <a:ln>
            <a:noFill/>
          </a:ln>
        </p:spPr>
      </p:pic>
      <p:pic>
        <p:nvPicPr>
          <p:cNvPr id="153" name="Google Shape;153;p24"/>
          <p:cNvPicPr preferRelativeResize="0"/>
          <p:nvPr/>
        </p:nvPicPr>
        <p:blipFill rotWithShape="1">
          <a:blip r:embed="rId4">
            <a:alphaModFix/>
          </a:blip>
          <a:srcRect b="0" l="0" r="22619" t="0"/>
          <a:stretch/>
        </p:blipFill>
        <p:spPr>
          <a:xfrm>
            <a:off x="596975" y="2205475"/>
            <a:ext cx="3060304" cy="2938025"/>
          </a:xfrm>
          <a:prstGeom prst="rect">
            <a:avLst/>
          </a:prstGeom>
          <a:noFill/>
          <a:ln>
            <a:noFill/>
          </a:ln>
        </p:spPr>
      </p:pic>
      <p:pic>
        <p:nvPicPr>
          <p:cNvPr id="154" name="Google Shape;154;p24"/>
          <p:cNvPicPr preferRelativeResize="0"/>
          <p:nvPr/>
        </p:nvPicPr>
        <p:blipFill rotWithShape="1">
          <a:blip r:embed="rId5">
            <a:alphaModFix/>
          </a:blip>
          <a:srcRect b="0" l="0" r="0" t="0"/>
          <a:stretch/>
        </p:blipFill>
        <p:spPr>
          <a:xfrm>
            <a:off x="8036725" y="4407694"/>
            <a:ext cx="1107281" cy="735806"/>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8" name="Shape 158"/>
        <p:cNvGrpSpPr/>
        <p:nvPr/>
      </p:nvGrpSpPr>
      <p:grpSpPr>
        <a:xfrm>
          <a:off x="0" y="0"/>
          <a:ext cx="0" cy="0"/>
          <a:chOff x="0" y="0"/>
          <a:chExt cx="0" cy="0"/>
        </a:xfrm>
      </p:grpSpPr>
      <p:sp>
        <p:nvSpPr>
          <p:cNvPr id="159" name="Google Shape;159;p25"/>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Clr>
                <a:schemeClr val="lt1"/>
              </a:buClr>
              <a:buSzPct val="93333"/>
              <a:buFont typeface="Times New Roman"/>
              <a:buNone/>
            </a:pPr>
            <a:r>
              <a:rPr lang="en">
                <a:solidFill>
                  <a:schemeClr val="lt1"/>
                </a:solidFill>
                <a:latin typeface="Times New Roman"/>
                <a:ea typeface="Times New Roman"/>
                <a:cs typeface="Times New Roman"/>
                <a:sym typeface="Times New Roman"/>
              </a:rPr>
              <a:t>Handling Umpire Misses</a:t>
            </a:r>
            <a:endParaRPr/>
          </a:p>
        </p:txBody>
      </p:sp>
      <p:sp>
        <p:nvSpPr>
          <p:cNvPr id="160" name="Google Shape;160;p25"/>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fontScale="32500" lnSpcReduction="10000"/>
          </a:bodyPr>
          <a:lstStyle/>
          <a:p>
            <a:pPr indent="0" lvl="0" marL="457200" rtl="0" algn="l">
              <a:lnSpc>
                <a:spcPct val="150000"/>
              </a:lnSpc>
              <a:spcBef>
                <a:spcPts val="0"/>
              </a:spcBef>
              <a:spcAft>
                <a:spcPts val="0"/>
              </a:spcAft>
              <a:buClr>
                <a:schemeClr val="dk1"/>
              </a:buClr>
              <a:buSzPct val="100000"/>
              <a:buFont typeface="Arial"/>
              <a:buNone/>
            </a:pPr>
            <a:r>
              <a:rPr lang="en" sz="1100"/>
              <a:t>		 	 	 		</a:t>
            </a:r>
            <a:endParaRPr sz="1100"/>
          </a:p>
          <a:p>
            <a:pPr indent="0" lvl="0" marL="457200" rtl="0" algn="l">
              <a:lnSpc>
                <a:spcPct val="150000"/>
              </a:lnSpc>
              <a:spcBef>
                <a:spcPts val="1600"/>
              </a:spcBef>
              <a:spcAft>
                <a:spcPts val="0"/>
              </a:spcAft>
              <a:buClr>
                <a:schemeClr val="dk1"/>
              </a:buClr>
              <a:buSzPct val="100000"/>
              <a:buFont typeface="Arial"/>
              <a:buNone/>
            </a:pPr>
            <a:r>
              <a:rPr lang="en" sz="1100"/>
              <a:t>			</a:t>
            </a:r>
            <a:endParaRPr sz="1100"/>
          </a:p>
          <a:p>
            <a:pPr indent="0" lvl="0" marL="457200" rtl="0" algn="l">
              <a:lnSpc>
                <a:spcPct val="150000"/>
              </a:lnSpc>
              <a:spcBef>
                <a:spcPts val="1600"/>
              </a:spcBef>
              <a:spcAft>
                <a:spcPts val="0"/>
              </a:spcAft>
              <a:buClr>
                <a:schemeClr val="dk1"/>
              </a:buClr>
              <a:buSzPct val="100000"/>
              <a:buFont typeface="Arial"/>
              <a:buNone/>
            </a:pPr>
            <a:r>
              <a:rPr lang="en" sz="1100"/>
              <a:t>				</a:t>
            </a:r>
            <a:endParaRPr sz="1100"/>
          </a:p>
          <a:p>
            <a:pPr indent="0" lvl="0" marL="457200" rtl="0" algn="l">
              <a:lnSpc>
                <a:spcPct val="150000"/>
              </a:lnSpc>
              <a:spcBef>
                <a:spcPts val="1600"/>
              </a:spcBef>
              <a:spcAft>
                <a:spcPts val="0"/>
              </a:spcAft>
              <a:buClr>
                <a:schemeClr val="dk1"/>
              </a:buClr>
              <a:buSzPct val="100000"/>
              <a:buFont typeface="Arial"/>
              <a:buNone/>
            </a:pPr>
            <a:r>
              <a:rPr lang="en" sz="1100"/>
              <a:t>					</a:t>
            </a:r>
            <a:endParaRPr sz="1100"/>
          </a:p>
          <a:p>
            <a:pPr indent="0" lvl="0" marL="0" rtl="0" algn="l">
              <a:lnSpc>
                <a:spcPct val="115000"/>
              </a:lnSpc>
              <a:spcBef>
                <a:spcPts val="1600"/>
              </a:spcBef>
              <a:spcAft>
                <a:spcPts val="0"/>
              </a:spcAft>
              <a:buClr>
                <a:schemeClr val="dk1"/>
              </a:buClr>
              <a:buSzPct val="91667"/>
              <a:buFont typeface="Arial"/>
              <a:buNone/>
            </a:pPr>
            <a:r>
              <a:t/>
            </a:r>
            <a:endParaRPr sz="1200"/>
          </a:p>
          <a:p>
            <a:pPr indent="0" lvl="0" marL="0" rtl="0" algn="l">
              <a:lnSpc>
                <a:spcPct val="115000"/>
              </a:lnSpc>
              <a:spcBef>
                <a:spcPts val="1200"/>
              </a:spcBef>
              <a:spcAft>
                <a:spcPts val="0"/>
              </a:spcAft>
              <a:buClr>
                <a:schemeClr val="dk1"/>
              </a:buClr>
              <a:buSzPct val="100000"/>
              <a:buFont typeface="Arial"/>
              <a:buNone/>
            </a:pPr>
            <a:r>
              <a:rPr lang="en" sz="1100"/>
              <a:t>				</a:t>
            </a:r>
            <a:endParaRPr sz="1100"/>
          </a:p>
          <a:p>
            <a:pPr indent="0" lvl="0" marL="457200" rtl="0" algn="l">
              <a:lnSpc>
                <a:spcPct val="150000"/>
              </a:lnSpc>
              <a:spcBef>
                <a:spcPts val="1200"/>
              </a:spcBef>
              <a:spcAft>
                <a:spcPts val="0"/>
              </a:spcAft>
              <a:buClr>
                <a:schemeClr val="dk1"/>
              </a:buClr>
              <a:buSzPct val="100000"/>
              <a:buFont typeface="Arial"/>
              <a:buNone/>
            </a:pPr>
            <a:r>
              <a:rPr lang="en" sz="1100"/>
              <a:t>			</a:t>
            </a:r>
            <a:endParaRPr sz="1100"/>
          </a:p>
          <a:p>
            <a:pPr indent="0" lvl="0" marL="457200" rtl="0" algn="l">
              <a:lnSpc>
                <a:spcPct val="150000"/>
              </a:lnSpc>
              <a:spcBef>
                <a:spcPts val="1600"/>
              </a:spcBef>
              <a:spcAft>
                <a:spcPts val="0"/>
              </a:spcAft>
              <a:buClr>
                <a:schemeClr val="dk1"/>
              </a:buClr>
              <a:buSzPct val="100000"/>
              <a:buFont typeface="Arial"/>
              <a:buNone/>
            </a:pPr>
            <a:r>
              <a:rPr lang="en" sz="1100"/>
              <a:t>		</a:t>
            </a:r>
            <a:endParaRPr sz="1100"/>
          </a:p>
          <a:p>
            <a:pPr indent="0" lvl="0" marL="457200" rtl="0" algn="l">
              <a:lnSpc>
                <a:spcPct val="150000"/>
              </a:lnSpc>
              <a:spcBef>
                <a:spcPts val="1600"/>
              </a:spcBef>
              <a:spcAft>
                <a:spcPts val="0"/>
              </a:spcAft>
              <a:buNone/>
            </a:pPr>
            <a:r>
              <a:t/>
            </a:r>
            <a:endParaRPr sz="2200">
              <a:solidFill>
                <a:srgbClr val="244266"/>
              </a:solidFill>
              <a:latin typeface="Times New Roman"/>
              <a:ea typeface="Times New Roman"/>
              <a:cs typeface="Times New Roman"/>
              <a:sym typeface="Times New Roman"/>
            </a:endParaRPr>
          </a:p>
          <a:p>
            <a:pPr indent="0" lvl="0" marL="457200" rtl="0" algn="l">
              <a:lnSpc>
                <a:spcPct val="150000"/>
              </a:lnSpc>
              <a:spcBef>
                <a:spcPts val="1600"/>
              </a:spcBef>
              <a:spcAft>
                <a:spcPts val="0"/>
              </a:spcAft>
              <a:buNone/>
            </a:pPr>
            <a:r>
              <a:t/>
            </a:r>
            <a:endParaRPr sz="2200">
              <a:solidFill>
                <a:srgbClr val="595959"/>
              </a:solidFill>
            </a:endParaRPr>
          </a:p>
          <a:p>
            <a:pPr indent="0" lvl="0" marL="457200" rtl="0" algn="l">
              <a:lnSpc>
                <a:spcPct val="150000"/>
              </a:lnSpc>
              <a:spcBef>
                <a:spcPts val="1200"/>
              </a:spcBef>
              <a:spcAft>
                <a:spcPts val="0"/>
              </a:spcAft>
              <a:buNone/>
            </a:pPr>
            <a:r>
              <a:t/>
            </a:r>
            <a:endParaRPr sz="2200">
              <a:solidFill>
                <a:srgbClr val="595959"/>
              </a:solidFill>
            </a:endParaRPr>
          </a:p>
          <a:p>
            <a:pPr indent="0" lvl="0" marL="457200" rtl="0" algn="l">
              <a:lnSpc>
                <a:spcPct val="150000"/>
              </a:lnSpc>
              <a:spcBef>
                <a:spcPts val="1600"/>
              </a:spcBef>
              <a:spcAft>
                <a:spcPts val="0"/>
              </a:spcAft>
              <a:buNone/>
            </a:pPr>
            <a:r>
              <a:t/>
            </a:r>
            <a:endParaRPr sz="2200">
              <a:solidFill>
                <a:srgbClr val="244266"/>
              </a:solidFill>
              <a:latin typeface="Times New Roman"/>
              <a:ea typeface="Times New Roman"/>
              <a:cs typeface="Times New Roman"/>
              <a:sym typeface="Times New Roman"/>
            </a:endParaRPr>
          </a:p>
        </p:txBody>
      </p:sp>
      <p:pic>
        <p:nvPicPr>
          <p:cNvPr id="161" name="Google Shape;161;p25"/>
          <p:cNvPicPr preferRelativeResize="0"/>
          <p:nvPr/>
        </p:nvPicPr>
        <p:blipFill rotWithShape="1">
          <a:blip r:embed="rId3">
            <a:alphaModFix/>
          </a:blip>
          <a:srcRect b="0" l="0" r="0" t="0"/>
          <a:stretch/>
        </p:blipFill>
        <p:spPr>
          <a:xfrm>
            <a:off x="8036725" y="4407694"/>
            <a:ext cx="1107281" cy="735806"/>
          </a:xfrm>
          <a:prstGeom prst="rect">
            <a:avLst/>
          </a:prstGeom>
          <a:noFill/>
          <a:ln>
            <a:noFill/>
          </a:ln>
        </p:spPr>
      </p:pic>
      <p:pic>
        <p:nvPicPr>
          <p:cNvPr descr="5 technologies that are revolutionizing baseball" id="162" name="Google Shape;162;p25"/>
          <p:cNvPicPr preferRelativeResize="0"/>
          <p:nvPr/>
        </p:nvPicPr>
        <p:blipFill>
          <a:blip r:embed="rId4">
            <a:alphaModFix/>
          </a:blip>
          <a:stretch>
            <a:fillRect/>
          </a:stretch>
        </p:blipFill>
        <p:spPr>
          <a:xfrm>
            <a:off x="1548350" y="1006075"/>
            <a:ext cx="6047311" cy="3401625"/>
          </a:xfrm>
          <a:prstGeom prst="rect">
            <a:avLst/>
          </a:prstGeom>
          <a:noFill/>
          <a:ln>
            <a:noFill/>
          </a:ln>
        </p:spPr>
      </p:pic>
      <p:sp>
        <p:nvSpPr>
          <p:cNvPr id="163" name="Google Shape;163;p2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Step 2: Simulating Games </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7" name="Shape 167"/>
        <p:cNvGrpSpPr/>
        <p:nvPr/>
      </p:nvGrpSpPr>
      <p:grpSpPr>
        <a:xfrm>
          <a:off x="0" y="0"/>
          <a:ext cx="0" cy="0"/>
          <a:chOff x="0" y="0"/>
          <a:chExt cx="0" cy="0"/>
        </a:xfrm>
      </p:grpSpPr>
      <p:sp>
        <p:nvSpPr>
          <p:cNvPr id="168" name="Google Shape;168;p2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Player Specific Expected Runs</a:t>
            </a:r>
            <a:endParaRPr/>
          </a:p>
        </p:txBody>
      </p:sp>
      <p:sp>
        <p:nvSpPr>
          <p:cNvPr id="169" name="Google Shape;169;p26"/>
          <p:cNvSpPr txBox="1"/>
          <p:nvPr>
            <p:ph idx="1" type="body"/>
          </p:nvPr>
        </p:nvSpPr>
        <p:spPr>
          <a:xfrm>
            <a:off x="311700" y="1152475"/>
            <a:ext cx="4796100" cy="3416400"/>
          </a:xfrm>
          <a:prstGeom prst="rect">
            <a:avLst/>
          </a:prstGeom>
        </p:spPr>
        <p:txBody>
          <a:bodyPr anchorCtr="0" anchor="t" bIns="91425" lIns="91425" spcFirstLastPara="1" rIns="91425" wrap="square" tIns="91425">
            <a:normAutofit/>
          </a:bodyPr>
          <a:lstStyle/>
          <a:p>
            <a:pPr indent="-368300" lvl="0" marL="457200" rtl="0" algn="l">
              <a:spcBef>
                <a:spcPts val="0"/>
              </a:spcBef>
              <a:spcAft>
                <a:spcPts val="0"/>
              </a:spcAft>
              <a:buSzPts val="2200"/>
              <a:buFont typeface="Times New Roman"/>
              <a:buChar char="●"/>
            </a:pPr>
            <a:r>
              <a:rPr lang="en" sz="2200">
                <a:latin typeface="Times New Roman"/>
                <a:ea typeface="Times New Roman"/>
                <a:cs typeface="Times New Roman"/>
                <a:sym typeface="Times New Roman"/>
              </a:rPr>
              <a:t>Unlike UmpScorecards, we use player specific data to compute the expected number of runs for a given situation</a:t>
            </a:r>
            <a:endParaRPr sz="2200">
              <a:latin typeface="Times New Roman"/>
              <a:ea typeface="Times New Roman"/>
              <a:cs typeface="Times New Roman"/>
              <a:sym typeface="Times New Roman"/>
            </a:endParaRPr>
          </a:p>
          <a:p>
            <a:pPr indent="-368300" lvl="0" marL="457200" rtl="0" algn="l">
              <a:spcBef>
                <a:spcPts val="0"/>
              </a:spcBef>
              <a:spcAft>
                <a:spcPts val="0"/>
              </a:spcAft>
              <a:buSzPts val="2200"/>
              <a:buFont typeface="Times New Roman"/>
              <a:buChar char="●"/>
            </a:pPr>
            <a:r>
              <a:rPr lang="en" sz="2200">
                <a:latin typeface="Times New Roman"/>
                <a:ea typeface="Times New Roman"/>
                <a:cs typeface="Times New Roman"/>
                <a:sym typeface="Times New Roman"/>
              </a:rPr>
              <a:t>Simulating entire team lineup yields a better estimate of how costly an missed call is for a team versus using general run expectancy values</a:t>
            </a:r>
            <a:endParaRPr sz="2200">
              <a:latin typeface="Times New Roman"/>
              <a:ea typeface="Times New Roman"/>
              <a:cs typeface="Times New Roman"/>
              <a:sym typeface="Times New Roman"/>
            </a:endParaRPr>
          </a:p>
        </p:txBody>
      </p:sp>
      <p:pic>
        <p:nvPicPr>
          <p:cNvPr id="170" name="Google Shape;170;p26"/>
          <p:cNvPicPr preferRelativeResize="0"/>
          <p:nvPr/>
        </p:nvPicPr>
        <p:blipFill>
          <a:blip r:embed="rId3">
            <a:alphaModFix/>
          </a:blip>
          <a:stretch>
            <a:fillRect/>
          </a:stretch>
        </p:blipFill>
        <p:spPr>
          <a:xfrm>
            <a:off x="5246980" y="1017725"/>
            <a:ext cx="3724194" cy="3389975"/>
          </a:xfrm>
          <a:prstGeom prst="rect">
            <a:avLst/>
          </a:prstGeom>
          <a:noFill/>
          <a:ln>
            <a:noFill/>
          </a:ln>
        </p:spPr>
      </p:pic>
      <p:pic>
        <p:nvPicPr>
          <p:cNvPr id="171" name="Google Shape;171;p26"/>
          <p:cNvPicPr preferRelativeResize="0"/>
          <p:nvPr/>
        </p:nvPicPr>
        <p:blipFill rotWithShape="1">
          <a:blip r:embed="rId4">
            <a:alphaModFix/>
          </a:blip>
          <a:srcRect b="0" l="0" r="0" t="0"/>
          <a:stretch/>
        </p:blipFill>
        <p:spPr>
          <a:xfrm>
            <a:off x="8036725" y="4407694"/>
            <a:ext cx="1107281" cy="735806"/>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5" name="Shape 175"/>
        <p:cNvGrpSpPr/>
        <p:nvPr/>
      </p:nvGrpSpPr>
      <p:grpSpPr>
        <a:xfrm>
          <a:off x="0" y="0"/>
          <a:ext cx="0" cy="0"/>
          <a:chOff x="0" y="0"/>
          <a:chExt cx="0" cy="0"/>
        </a:xfrm>
      </p:grpSpPr>
      <p:sp>
        <p:nvSpPr>
          <p:cNvPr id="176" name="Google Shape;176;p2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Monte Carlo Simulation</a:t>
            </a:r>
            <a:endParaRPr/>
          </a:p>
        </p:txBody>
      </p:sp>
      <p:sp>
        <p:nvSpPr>
          <p:cNvPr id="177" name="Google Shape;177;p27"/>
          <p:cNvSpPr txBox="1"/>
          <p:nvPr>
            <p:ph idx="1" type="body"/>
          </p:nvPr>
        </p:nvSpPr>
        <p:spPr>
          <a:xfrm>
            <a:off x="125775" y="1062650"/>
            <a:ext cx="4817700" cy="3990900"/>
          </a:xfrm>
          <a:prstGeom prst="rect">
            <a:avLst/>
          </a:prstGeom>
        </p:spPr>
        <p:txBody>
          <a:bodyPr anchorCtr="0" anchor="t" bIns="91425" lIns="91425" spcFirstLastPara="1" rIns="91425" wrap="square" tIns="91425">
            <a:noAutofit/>
          </a:bodyPr>
          <a:lstStyle/>
          <a:p>
            <a:pPr indent="-349250" lvl="0" marL="457200" rtl="0" algn="l">
              <a:lnSpc>
                <a:spcPct val="150000"/>
              </a:lnSpc>
              <a:spcBef>
                <a:spcPts val="0"/>
              </a:spcBef>
              <a:spcAft>
                <a:spcPts val="0"/>
              </a:spcAft>
              <a:buSzPts val="1900"/>
              <a:buFont typeface="Times New Roman"/>
              <a:buChar char="●"/>
            </a:pPr>
            <a:r>
              <a:rPr lang="en" sz="1900">
                <a:latin typeface="Times New Roman"/>
                <a:ea typeface="Times New Roman"/>
                <a:cs typeface="Times New Roman"/>
                <a:sym typeface="Times New Roman"/>
              </a:rPr>
              <a:t>Calculate frequency of each event </a:t>
            </a:r>
            <a:r>
              <a:rPr lang="en" sz="1900">
                <a:latin typeface="Times New Roman"/>
                <a:ea typeface="Times New Roman"/>
                <a:cs typeface="Times New Roman"/>
                <a:sym typeface="Times New Roman"/>
              </a:rPr>
              <a:t>occurring</a:t>
            </a:r>
            <a:r>
              <a:rPr lang="en" sz="1900">
                <a:latin typeface="Times New Roman"/>
                <a:ea typeface="Times New Roman"/>
                <a:cs typeface="Times New Roman"/>
                <a:sym typeface="Times New Roman"/>
              </a:rPr>
              <a:t> over a season</a:t>
            </a:r>
            <a:endParaRPr sz="1900">
              <a:latin typeface="Times New Roman"/>
              <a:ea typeface="Times New Roman"/>
              <a:cs typeface="Times New Roman"/>
              <a:sym typeface="Times New Roman"/>
            </a:endParaRPr>
          </a:p>
          <a:p>
            <a:pPr indent="-349250" lvl="0" marL="457200" rtl="0" algn="l">
              <a:lnSpc>
                <a:spcPct val="150000"/>
              </a:lnSpc>
              <a:spcBef>
                <a:spcPts val="0"/>
              </a:spcBef>
              <a:spcAft>
                <a:spcPts val="0"/>
              </a:spcAft>
              <a:buSzPts val="1900"/>
              <a:buFont typeface="Times New Roman"/>
              <a:buChar char="●"/>
            </a:pPr>
            <a:r>
              <a:rPr lang="en" sz="1900">
                <a:latin typeface="Times New Roman"/>
                <a:ea typeface="Times New Roman"/>
                <a:cs typeface="Times New Roman"/>
                <a:sym typeface="Times New Roman"/>
              </a:rPr>
              <a:t>Generate random number between 0 and 1 to select an event for a given at bat</a:t>
            </a:r>
            <a:endParaRPr sz="1900">
              <a:latin typeface="Times New Roman"/>
              <a:ea typeface="Times New Roman"/>
              <a:cs typeface="Times New Roman"/>
              <a:sym typeface="Times New Roman"/>
            </a:endParaRPr>
          </a:p>
          <a:p>
            <a:pPr indent="-349250" lvl="0" marL="457200" rtl="0" algn="l">
              <a:lnSpc>
                <a:spcPct val="150000"/>
              </a:lnSpc>
              <a:spcBef>
                <a:spcPts val="0"/>
              </a:spcBef>
              <a:spcAft>
                <a:spcPts val="0"/>
              </a:spcAft>
              <a:buSzPts val="1900"/>
              <a:buFont typeface="Times New Roman"/>
              <a:buChar char="●"/>
            </a:pPr>
            <a:r>
              <a:rPr lang="en" sz="1900">
                <a:latin typeface="Times New Roman"/>
                <a:ea typeface="Times New Roman"/>
                <a:cs typeface="Times New Roman"/>
                <a:sym typeface="Times New Roman"/>
              </a:rPr>
              <a:t>Play out the rest of the inning from a given start state, recording number of runs scored</a:t>
            </a:r>
            <a:endParaRPr sz="1900">
              <a:latin typeface="Times New Roman"/>
              <a:ea typeface="Times New Roman"/>
              <a:cs typeface="Times New Roman"/>
              <a:sym typeface="Times New Roman"/>
            </a:endParaRPr>
          </a:p>
          <a:p>
            <a:pPr indent="-349250" lvl="0" marL="457200" rtl="0" algn="l">
              <a:lnSpc>
                <a:spcPct val="150000"/>
              </a:lnSpc>
              <a:spcBef>
                <a:spcPts val="0"/>
              </a:spcBef>
              <a:spcAft>
                <a:spcPts val="0"/>
              </a:spcAft>
              <a:buSzPts val="1900"/>
              <a:buFont typeface="Times New Roman"/>
              <a:buChar char="●"/>
            </a:pPr>
            <a:r>
              <a:rPr lang="en" sz="1900">
                <a:latin typeface="Times New Roman"/>
                <a:ea typeface="Times New Roman"/>
                <a:cs typeface="Times New Roman"/>
                <a:sym typeface="Times New Roman"/>
              </a:rPr>
              <a:t>Compute expected runs (mean of 100,000 simulated half-innings)</a:t>
            </a:r>
            <a:endParaRPr sz="1900">
              <a:latin typeface="Times New Roman"/>
              <a:ea typeface="Times New Roman"/>
              <a:cs typeface="Times New Roman"/>
              <a:sym typeface="Times New Roman"/>
            </a:endParaRPr>
          </a:p>
        </p:txBody>
      </p:sp>
      <p:pic>
        <p:nvPicPr>
          <p:cNvPr id="178" name="Google Shape;178;p27"/>
          <p:cNvPicPr preferRelativeResize="0"/>
          <p:nvPr/>
        </p:nvPicPr>
        <p:blipFill rotWithShape="1">
          <a:blip r:embed="rId3">
            <a:alphaModFix/>
          </a:blip>
          <a:srcRect b="0" l="0" r="0" t="0"/>
          <a:stretch/>
        </p:blipFill>
        <p:spPr>
          <a:xfrm>
            <a:off x="8036725" y="4407694"/>
            <a:ext cx="1107281" cy="735806"/>
          </a:xfrm>
          <a:prstGeom prst="rect">
            <a:avLst/>
          </a:prstGeom>
          <a:noFill/>
          <a:ln>
            <a:noFill/>
          </a:ln>
        </p:spPr>
      </p:pic>
      <p:pic>
        <p:nvPicPr>
          <p:cNvPr id="179" name="Google Shape;179;p27"/>
          <p:cNvPicPr preferRelativeResize="0"/>
          <p:nvPr/>
        </p:nvPicPr>
        <p:blipFill>
          <a:blip r:embed="rId4">
            <a:alphaModFix/>
          </a:blip>
          <a:stretch>
            <a:fillRect/>
          </a:stretch>
        </p:blipFill>
        <p:spPr>
          <a:xfrm>
            <a:off x="4859850" y="1170725"/>
            <a:ext cx="4122788" cy="3083975"/>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3" name="Shape 183"/>
        <p:cNvGrpSpPr/>
        <p:nvPr/>
      </p:nvGrpSpPr>
      <p:grpSpPr>
        <a:xfrm>
          <a:off x="0" y="0"/>
          <a:ext cx="0" cy="0"/>
          <a:chOff x="0" y="0"/>
          <a:chExt cx="0" cy="0"/>
        </a:xfrm>
      </p:grpSpPr>
      <p:sp>
        <p:nvSpPr>
          <p:cNvPr id="184" name="Google Shape;184;p2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Additional Considerations</a:t>
            </a:r>
            <a:endParaRPr/>
          </a:p>
        </p:txBody>
      </p:sp>
      <p:sp>
        <p:nvSpPr>
          <p:cNvPr id="185" name="Google Shape;185;p28"/>
          <p:cNvSpPr txBox="1"/>
          <p:nvPr>
            <p:ph idx="1" type="body"/>
          </p:nvPr>
        </p:nvSpPr>
        <p:spPr>
          <a:xfrm>
            <a:off x="311700" y="1152475"/>
            <a:ext cx="4676400" cy="3416400"/>
          </a:xfrm>
          <a:prstGeom prst="rect">
            <a:avLst/>
          </a:prstGeom>
        </p:spPr>
        <p:txBody>
          <a:bodyPr anchorCtr="0" anchor="t" bIns="91425" lIns="91425" spcFirstLastPara="1" rIns="91425" wrap="square" tIns="91425">
            <a:noAutofit/>
          </a:bodyPr>
          <a:lstStyle/>
          <a:p>
            <a:pPr indent="-368300" lvl="0" marL="457200" rtl="0" algn="l">
              <a:spcBef>
                <a:spcPts val="0"/>
              </a:spcBef>
              <a:spcAft>
                <a:spcPts val="0"/>
              </a:spcAft>
              <a:buSzPts val="2200"/>
              <a:buFont typeface="Times New Roman"/>
              <a:buChar char="●"/>
            </a:pPr>
            <a:r>
              <a:rPr lang="en" sz="2200">
                <a:latin typeface="Times New Roman"/>
                <a:ea typeface="Times New Roman"/>
                <a:cs typeface="Times New Roman"/>
                <a:sym typeface="Times New Roman"/>
              </a:rPr>
              <a:t>In order t</a:t>
            </a:r>
            <a:r>
              <a:rPr lang="en" sz="2200">
                <a:latin typeface="Times New Roman"/>
                <a:ea typeface="Times New Roman"/>
                <a:cs typeface="Times New Roman"/>
                <a:sym typeface="Times New Roman"/>
              </a:rPr>
              <a:t>o improve expected run calculations, we used count-specific and situation-specific stats (RISP vs No RISP)</a:t>
            </a:r>
            <a:endParaRPr sz="2200">
              <a:latin typeface="Times New Roman"/>
              <a:ea typeface="Times New Roman"/>
              <a:cs typeface="Times New Roman"/>
              <a:sym typeface="Times New Roman"/>
            </a:endParaRPr>
          </a:p>
          <a:p>
            <a:pPr indent="-368300" lvl="0" marL="457200" rtl="0" algn="l">
              <a:spcBef>
                <a:spcPts val="0"/>
              </a:spcBef>
              <a:spcAft>
                <a:spcPts val="0"/>
              </a:spcAft>
              <a:buSzPts val="2200"/>
              <a:buFont typeface="Times New Roman"/>
              <a:buChar char="●"/>
            </a:pPr>
            <a:r>
              <a:rPr lang="en" sz="2200">
                <a:latin typeface="Times New Roman"/>
                <a:ea typeface="Times New Roman"/>
                <a:cs typeface="Times New Roman"/>
                <a:sym typeface="Times New Roman"/>
              </a:rPr>
              <a:t>We adjusted our simulated run expectancies based on who was pitching at that point in the game</a:t>
            </a:r>
            <a:endParaRPr sz="2200">
              <a:latin typeface="Times New Roman"/>
              <a:ea typeface="Times New Roman"/>
              <a:cs typeface="Times New Roman"/>
              <a:sym typeface="Times New Roman"/>
            </a:endParaRPr>
          </a:p>
          <a:p>
            <a:pPr indent="-368300" lvl="1" marL="914400" rtl="0" algn="l">
              <a:spcBef>
                <a:spcPts val="0"/>
              </a:spcBef>
              <a:spcAft>
                <a:spcPts val="0"/>
              </a:spcAft>
              <a:buSzPts val="2200"/>
              <a:buFont typeface="Times New Roman"/>
              <a:buChar char="○"/>
            </a:pPr>
            <a:r>
              <a:rPr lang="en" sz="2200">
                <a:latin typeface="Times New Roman"/>
                <a:ea typeface="Times New Roman"/>
                <a:cs typeface="Times New Roman"/>
                <a:sym typeface="Times New Roman"/>
              </a:rPr>
              <a:t>[Expected runs / (ERA+ / 100)]</a:t>
            </a:r>
            <a:endParaRPr sz="2200">
              <a:latin typeface="Times New Roman"/>
              <a:ea typeface="Times New Roman"/>
              <a:cs typeface="Times New Roman"/>
              <a:sym typeface="Times New Roman"/>
            </a:endParaRPr>
          </a:p>
          <a:p>
            <a:pPr indent="0" lvl="0" marL="914400" rtl="0" algn="l">
              <a:spcBef>
                <a:spcPts val="1200"/>
              </a:spcBef>
              <a:spcAft>
                <a:spcPts val="1200"/>
              </a:spcAft>
              <a:buNone/>
            </a:pPr>
            <a:r>
              <a:t/>
            </a:r>
            <a:endParaRPr sz="2100"/>
          </a:p>
        </p:txBody>
      </p:sp>
      <p:pic>
        <p:nvPicPr>
          <p:cNvPr descr="Adrian Houser Returns for the Brewers - Brewers - Brewer Fanatic" id="186" name="Google Shape;186;p28"/>
          <p:cNvPicPr preferRelativeResize="0"/>
          <p:nvPr/>
        </p:nvPicPr>
        <p:blipFill>
          <a:blip r:embed="rId3">
            <a:alphaModFix/>
          </a:blip>
          <a:stretch>
            <a:fillRect/>
          </a:stretch>
        </p:blipFill>
        <p:spPr>
          <a:xfrm>
            <a:off x="5610675" y="159550"/>
            <a:ext cx="3330900" cy="2084013"/>
          </a:xfrm>
          <a:prstGeom prst="rect">
            <a:avLst/>
          </a:prstGeom>
          <a:noFill/>
          <a:ln>
            <a:noFill/>
          </a:ln>
        </p:spPr>
      </p:pic>
      <p:pic>
        <p:nvPicPr>
          <p:cNvPr descr="Frankie Montas has shoulder surgery, Yankees hopeful for return in second  half of season - The Boston Globe" id="187" name="Google Shape;187;p28"/>
          <p:cNvPicPr preferRelativeResize="0"/>
          <p:nvPr/>
        </p:nvPicPr>
        <p:blipFill>
          <a:blip r:embed="rId4">
            <a:alphaModFix/>
          </a:blip>
          <a:stretch>
            <a:fillRect/>
          </a:stretch>
        </p:blipFill>
        <p:spPr>
          <a:xfrm>
            <a:off x="5610663" y="2407358"/>
            <a:ext cx="3330900" cy="1926993"/>
          </a:xfrm>
          <a:prstGeom prst="rect">
            <a:avLst/>
          </a:prstGeom>
          <a:noFill/>
          <a:ln>
            <a:noFill/>
          </a:ln>
        </p:spPr>
      </p:pic>
      <p:pic>
        <p:nvPicPr>
          <p:cNvPr id="188" name="Google Shape;188;p28"/>
          <p:cNvPicPr preferRelativeResize="0"/>
          <p:nvPr/>
        </p:nvPicPr>
        <p:blipFill rotWithShape="1">
          <a:blip r:embed="rId5">
            <a:alphaModFix/>
          </a:blip>
          <a:srcRect b="0" l="0" r="0" t="0"/>
          <a:stretch/>
        </p:blipFill>
        <p:spPr>
          <a:xfrm>
            <a:off x="8036725" y="4407694"/>
            <a:ext cx="1107281" cy="735806"/>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2" name="Shape 192"/>
        <p:cNvGrpSpPr/>
        <p:nvPr/>
      </p:nvGrpSpPr>
      <p:grpSpPr>
        <a:xfrm>
          <a:off x="0" y="0"/>
          <a:ext cx="0" cy="0"/>
          <a:chOff x="0" y="0"/>
          <a:chExt cx="0" cy="0"/>
        </a:xfrm>
      </p:grpSpPr>
      <p:sp>
        <p:nvSpPr>
          <p:cNvPr id="193" name="Google Shape;193;p2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Statistics Used in Simulation</a:t>
            </a:r>
            <a:endParaRPr/>
          </a:p>
        </p:txBody>
      </p:sp>
      <p:sp>
        <p:nvSpPr>
          <p:cNvPr id="194" name="Google Shape;194;p29"/>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68300" lvl="0" marL="457200" rtl="0" algn="l">
              <a:spcBef>
                <a:spcPts val="0"/>
              </a:spcBef>
              <a:spcAft>
                <a:spcPts val="0"/>
              </a:spcAft>
              <a:buSzPts val="2200"/>
              <a:buFont typeface="Times New Roman"/>
              <a:buChar char="●"/>
            </a:pPr>
            <a:r>
              <a:rPr lang="en" sz="2200">
                <a:latin typeface="Times New Roman"/>
                <a:ea typeface="Times New Roman"/>
                <a:cs typeface="Times New Roman"/>
                <a:sym typeface="Times New Roman"/>
              </a:rPr>
              <a:t>We could not use 2022 player statistics</a:t>
            </a:r>
            <a:endParaRPr sz="2200">
              <a:latin typeface="Times New Roman"/>
              <a:ea typeface="Times New Roman"/>
              <a:cs typeface="Times New Roman"/>
              <a:sym typeface="Times New Roman"/>
            </a:endParaRPr>
          </a:p>
          <a:p>
            <a:pPr indent="-368300" lvl="1" marL="914400" rtl="0" algn="l">
              <a:spcBef>
                <a:spcPts val="0"/>
              </a:spcBef>
              <a:spcAft>
                <a:spcPts val="0"/>
              </a:spcAft>
              <a:buSzPts val="2200"/>
              <a:buFont typeface="Times New Roman"/>
              <a:buChar char="○"/>
            </a:pPr>
            <a:r>
              <a:rPr lang="en" sz="2200">
                <a:latin typeface="Times New Roman"/>
                <a:ea typeface="Times New Roman"/>
                <a:cs typeface="Times New Roman"/>
                <a:sym typeface="Times New Roman"/>
              </a:rPr>
              <a:t>There was no feasible way to find situation-specific data for each player up to the analyzed game in the 2022 season</a:t>
            </a:r>
            <a:endParaRPr sz="2200">
              <a:latin typeface="Times New Roman"/>
              <a:ea typeface="Times New Roman"/>
              <a:cs typeface="Times New Roman"/>
              <a:sym typeface="Times New Roman"/>
            </a:endParaRPr>
          </a:p>
          <a:p>
            <a:pPr indent="-368300" lvl="0" marL="457200" rtl="0" algn="l">
              <a:spcBef>
                <a:spcPts val="0"/>
              </a:spcBef>
              <a:spcAft>
                <a:spcPts val="0"/>
              </a:spcAft>
              <a:buSzPts val="2200"/>
              <a:buFont typeface="Times New Roman"/>
              <a:buChar char="●"/>
            </a:pPr>
            <a:r>
              <a:rPr lang="en" sz="2200">
                <a:latin typeface="Times New Roman"/>
                <a:ea typeface="Times New Roman"/>
                <a:cs typeface="Times New Roman"/>
                <a:sym typeface="Times New Roman"/>
              </a:rPr>
              <a:t>Baseball Savant does not collect data on player’s stats AFTER facing a particular count, rather it shows the outcomes when a player’s plate appearance ends at that exact count</a:t>
            </a:r>
            <a:endParaRPr sz="2200">
              <a:latin typeface="Times New Roman"/>
              <a:ea typeface="Times New Roman"/>
              <a:cs typeface="Times New Roman"/>
              <a:sym typeface="Times New Roman"/>
            </a:endParaRPr>
          </a:p>
          <a:p>
            <a:pPr indent="-368300" lvl="0" marL="457200" rtl="0" algn="l">
              <a:spcBef>
                <a:spcPts val="0"/>
              </a:spcBef>
              <a:spcAft>
                <a:spcPts val="0"/>
              </a:spcAft>
              <a:buSzPts val="2200"/>
              <a:buFont typeface="Times New Roman"/>
              <a:buChar char="●"/>
            </a:pPr>
            <a:r>
              <a:rPr lang="en" sz="2200">
                <a:latin typeface="Times New Roman"/>
                <a:ea typeface="Times New Roman"/>
                <a:cs typeface="Times New Roman"/>
                <a:sym typeface="Times New Roman"/>
              </a:rPr>
              <a:t>Solution: Use 2021 stats as proxy (best </a:t>
            </a:r>
            <a:r>
              <a:rPr lang="en" sz="2200">
                <a:latin typeface="Times New Roman"/>
                <a:ea typeface="Times New Roman"/>
                <a:cs typeface="Times New Roman"/>
                <a:sym typeface="Times New Roman"/>
              </a:rPr>
              <a:t>available</a:t>
            </a:r>
            <a:r>
              <a:rPr lang="en" sz="2200">
                <a:latin typeface="Times New Roman"/>
                <a:ea typeface="Times New Roman"/>
                <a:cs typeface="Times New Roman"/>
                <a:sym typeface="Times New Roman"/>
              </a:rPr>
              <a:t> option)</a:t>
            </a:r>
            <a:endParaRPr sz="2200">
              <a:latin typeface="Times New Roman"/>
              <a:ea typeface="Times New Roman"/>
              <a:cs typeface="Times New Roman"/>
              <a:sym typeface="Times New Roman"/>
            </a:endParaRPr>
          </a:p>
        </p:txBody>
      </p:sp>
      <p:pic>
        <p:nvPicPr>
          <p:cNvPr id="195" name="Google Shape;195;p29"/>
          <p:cNvPicPr preferRelativeResize="0"/>
          <p:nvPr/>
        </p:nvPicPr>
        <p:blipFill rotWithShape="1">
          <a:blip r:embed="rId3">
            <a:alphaModFix/>
          </a:blip>
          <a:srcRect b="0" l="0" r="0" t="0"/>
          <a:stretch/>
        </p:blipFill>
        <p:spPr>
          <a:xfrm>
            <a:off x="8036725" y="4407694"/>
            <a:ext cx="1107281" cy="735806"/>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9" name="Shape 199"/>
        <p:cNvGrpSpPr/>
        <p:nvPr/>
      </p:nvGrpSpPr>
      <p:grpSpPr>
        <a:xfrm>
          <a:off x="0" y="0"/>
          <a:ext cx="0" cy="0"/>
          <a:chOff x="0" y="0"/>
          <a:chExt cx="0" cy="0"/>
        </a:xfrm>
      </p:grpSpPr>
      <p:sp>
        <p:nvSpPr>
          <p:cNvPr id="200" name="Google Shape;200;p30"/>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ctr">
              <a:lnSpc>
                <a:spcPct val="100000"/>
              </a:lnSpc>
              <a:spcBef>
                <a:spcPts val="0"/>
              </a:spcBef>
              <a:spcAft>
                <a:spcPts val="0"/>
              </a:spcAft>
              <a:buClr>
                <a:schemeClr val="lt1"/>
              </a:buClr>
              <a:buSzPct val="93333"/>
              <a:buFont typeface="Times New Roman"/>
              <a:buNone/>
            </a:pPr>
            <a:r>
              <a:rPr lang="en">
                <a:solidFill>
                  <a:schemeClr val="lt1"/>
                </a:solidFill>
                <a:latin typeface="Times New Roman"/>
                <a:ea typeface="Times New Roman"/>
                <a:cs typeface="Times New Roman"/>
                <a:sym typeface="Times New Roman"/>
              </a:rPr>
              <a:t>SimError Finding Methodology</a:t>
            </a:r>
            <a:endParaRPr>
              <a:solidFill>
                <a:schemeClr val="lt1"/>
              </a:solidFill>
              <a:latin typeface="Times New Roman"/>
              <a:ea typeface="Times New Roman"/>
              <a:cs typeface="Times New Roman"/>
              <a:sym typeface="Times New Roman"/>
            </a:endParaRPr>
          </a:p>
          <a:p>
            <a:pPr indent="0" lvl="0" marL="0" rtl="0" algn="ctr">
              <a:lnSpc>
                <a:spcPct val="100000"/>
              </a:lnSpc>
              <a:spcBef>
                <a:spcPts val="0"/>
              </a:spcBef>
              <a:spcAft>
                <a:spcPts val="0"/>
              </a:spcAft>
              <a:buClr>
                <a:schemeClr val="lt1"/>
              </a:buClr>
              <a:buSzPct val="93333"/>
              <a:buFont typeface="Times New Roman"/>
              <a:buNone/>
            </a:pPr>
            <a:r>
              <a:rPr lang="en">
                <a:solidFill>
                  <a:schemeClr val="lt1"/>
                </a:solidFill>
                <a:latin typeface="Times New Roman"/>
                <a:ea typeface="Times New Roman"/>
                <a:cs typeface="Times New Roman"/>
                <a:sym typeface="Times New Roman"/>
              </a:rPr>
              <a:t>ulation: Dealing with Rookies</a:t>
            </a:r>
            <a:endParaRPr/>
          </a:p>
        </p:txBody>
      </p:sp>
      <p:sp>
        <p:nvSpPr>
          <p:cNvPr id="201" name="Google Shape;201;p30"/>
          <p:cNvSpPr txBox="1"/>
          <p:nvPr>
            <p:ph idx="1" type="body"/>
          </p:nvPr>
        </p:nvSpPr>
        <p:spPr>
          <a:xfrm>
            <a:off x="311700" y="1152475"/>
            <a:ext cx="8520600" cy="1634700"/>
          </a:xfrm>
          <a:prstGeom prst="rect">
            <a:avLst/>
          </a:prstGeom>
          <a:noFill/>
          <a:ln>
            <a:noFill/>
          </a:ln>
        </p:spPr>
        <p:txBody>
          <a:bodyPr anchorCtr="0" anchor="t" bIns="91425" lIns="91425" spcFirstLastPara="1" rIns="91425" wrap="square" tIns="91425">
            <a:normAutofit lnSpcReduction="10000"/>
          </a:bodyPr>
          <a:lstStyle/>
          <a:p>
            <a:pPr indent="-368300" lvl="0" marL="457200" rtl="0" algn="l">
              <a:lnSpc>
                <a:spcPct val="150000"/>
              </a:lnSpc>
              <a:spcBef>
                <a:spcPts val="0"/>
              </a:spcBef>
              <a:spcAft>
                <a:spcPts val="0"/>
              </a:spcAft>
              <a:buSzPts val="2200"/>
              <a:buFont typeface="Times New Roman"/>
              <a:buChar char="●"/>
            </a:pPr>
            <a:r>
              <a:rPr lang="en" sz="2200">
                <a:latin typeface="Times New Roman"/>
                <a:ea typeface="Times New Roman"/>
                <a:cs typeface="Times New Roman"/>
                <a:sym typeface="Times New Roman"/>
              </a:rPr>
              <a:t>2022 rookie players present a challenge</a:t>
            </a:r>
            <a:endParaRPr sz="2200">
              <a:latin typeface="Times New Roman"/>
              <a:ea typeface="Times New Roman"/>
              <a:cs typeface="Times New Roman"/>
              <a:sym typeface="Times New Roman"/>
            </a:endParaRPr>
          </a:p>
          <a:p>
            <a:pPr indent="-368300" lvl="0" marL="457200" rtl="0" algn="l">
              <a:lnSpc>
                <a:spcPct val="150000"/>
              </a:lnSpc>
              <a:spcBef>
                <a:spcPts val="0"/>
              </a:spcBef>
              <a:spcAft>
                <a:spcPts val="0"/>
              </a:spcAft>
              <a:buSzPts val="2200"/>
              <a:buFont typeface="Times New Roman"/>
              <a:buChar char="●"/>
            </a:pPr>
            <a:r>
              <a:rPr lang="en" sz="2200">
                <a:latin typeface="Times New Roman"/>
                <a:ea typeface="Times New Roman"/>
                <a:cs typeface="Times New Roman"/>
                <a:sym typeface="Times New Roman"/>
              </a:rPr>
              <a:t>Solution: Use comparable players based on overall stats for rookies</a:t>
            </a:r>
            <a:endParaRPr sz="2200">
              <a:latin typeface="Times New Roman"/>
              <a:ea typeface="Times New Roman"/>
              <a:cs typeface="Times New Roman"/>
              <a:sym typeface="Times New Roman"/>
            </a:endParaRPr>
          </a:p>
          <a:p>
            <a:pPr indent="0" lvl="0" marL="0" rtl="0" algn="l">
              <a:lnSpc>
                <a:spcPct val="150000"/>
              </a:lnSpc>
              <a:spcBef>
                <a:spcPts val="1600"/>
              </a:spcBef>
              <a:spcAft>
                <a:spcPts val="1600"/>
              </a:spcAft>
              <a:buNone/>
            </a:pPr>
            <a:r>
              <a:t/>
            </a:r>
            <a:endParaRPr sz="2000">
              <a:solidFill>
                <a:srgbClr val="000000"/>
              </a:solidFill>
              <a:latin typeface="Times New Roman"/>
              <a:ea typeface="Times New Roman"/>
              <a:cs typeface="Times New Roman"/>
              <a:sym typeface="Times New Roman"/>
            </a:endParaRPr>
          </a:p>
        </p:txBody>
      </p:sp>
      <p:pic>
        <p:nvPicPr>
          <p:cNvPr descr="Oswaldo Cabrera Stats, Fantasy &amp; News | New York Yankees" id="202" name="Google Shape;202;p30"/>
          <p:cNvPicPr preferRelativeResize="0"/>
          <p:nvPr/>
        </p:nvPicPr>
        <p:blipFill>
          <a:blip r:embed="rId3">
            <a:alphaModFix/>
          </a:blip>
          <a:stretch>
            <a:fillRect/>
          </a:stretch>
        </p:blipFill>
        <p:spPr>
          <a:xfrm>
            <a:off x="286650" y="2338726"/>
            <a:ext cx="1021640" cy="1380698"/>
          </a:xfrm>
          <a:prstGeom prst="rect">
            <a:avLst/>
          </a:prstGeom>
          <a:noFill/>
          <a:ln>
            <a:noFill/>
          </a:ln>
        </p:spPr>
      </p:pic>
      <p:pic>
        <p:nvPicPr>
          <p:cNvPr descr="Ryan Mountcastle Stats, Fantasy &amp; News | Baltimore Orioles" id="203" name="Google Shape;203;p30"/>
          <p:cNvPicPr preferRelativeResize="0"/>
          <p:nvPr/>
        </p:nvPicPr>
        <p:blipFill>
          <a:blip r:embed="rId4">
            <a:alphaModFix/>
          </a:blip>
          <a:stretch>
            <a:fillRect/>
          </a:stretch>
        </p:blipFill>
        <p:spPr>
          <a:xfrm>
            <a:off x="1675878" y="2338718"/>
            <a:ext cx="1064960" cy="1439241"/>
          </a:xfrm>
          <a:prstGeom prst="rect">
            <a:avLst/>
          </a:prstGeom>
          <a:noFill/>
          <a:ln>
            <a:noFill/>
          </a:ln>
        </p:spPr>
      </p:pic>
      <p:sp>
        <p:nvSpPr>
          <p:cNvPr id="204" name="Google Shape;204;p30"/>
          <p:cNvSpPr txBox="1"/>
          <p:nvPr/>
        </p:nvSpPr>
        <p:spPr>
          <a:xfrm>
            <a:off x="1235265" y="2824621"/>
            <a:ext cx="367500" cy="4926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0"/>
              </a:spcBef>
              <a:spcAft>
                <a:spcPts val="1600"/>
              </a:spcAft>
              <a:buClr>
                <a:schemeClr val="dk1"/>
              </a:buClr>
              <a:buSzPts val="1100"/>
              <a:buFont typeface="Arial"/>
              <a:buNone/>
            </a:pPr>
            <a:r>
              <a:rPr lang="en" sz="2000">
                <a:solidFill>
                  <a:srgbClr val="244266"/>
                </a:solidFill>
                <a:latin typeface="Times New Roman"/>
                <a:ea typeface="Times New Roman"/>
                <a:cs typeface="Times New Roman"/>
                <a:sym typeface="Times New Roman"/>
              </a:rPr>
              <a:t>〜</a:t>
            </a:r>
            <a:endParaRPr/>
          </a:p>
        </p:txBody>
      </p:sp>
      <p:sp>
        <p:nvSpPr>
          <p:cNvPr id="205" name="Google Shape;205;p30"/>
          <p:cNvSpPr txBox="1"/>
          <p:nvPr/>
        </p:nvSpPr>
        <p:spPr>
          <a:xfrm>
            <a:off x="240275" y="3825994"/>
            <a:ext cx="1114200" cy="6156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a:t>Oswaldo</a:t>
            </a:r>
            <a:endParaRPr/>
          </a:p>
          <a:p>
            <a:pPr indent="0" lvl="0" marL="0" rtl="0" algn="ctr">
              <a:spcBef>
                <a:spcPts val="0"/>
              </a:spcBef>
              <a:spcAft>
                <a:spcPts val="0"/>
              </a:spcAft>
              <a:buNone/>
            </a:pPr>
            <a:r>
              <a:rPr lang="en"/>
              <a:t>Cabrera</a:t>
            </a:r>
            <a:endParaRPr/>
          </a:p>
        </p:txBody>
      </p:sp>
      <p:sp>
        <p:nvSpPr>
          <p:cNvPr id="206" name="Google Shape;206;p30"/>
          <p:cNvSpPr txBox="1"/>
          <p:nvPr/>
        </p:nvSpPr>
        <p:spPr>
          <a:xfrm>
            <a:off x="1651162" y="3825989"/>
            <a:ext cx="1179300" cy="6156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a:t>Ryan</a:t>
            </a:r>
            <a:endParaRPr/>
          </a:p>
          <a:p>
            <a:pPr indent="0" lvl="0" marL="0" rtl="0" algn="ctr">
              <a:spcBef>
                <a:spcPts val="0"/>
              </a:spcBef>
              <a:spcAft>
                <a:spcPts val="0"/>
              </a:spcAft>
              <a:buNone/>
            </a:pPr>
            <a:r>
              <a:rPr lang="en"/>
              <a:t>Mountcastle</a:t>
            </a:r>
            <a:endParaRPr/>
          </a:p>
        </p:txBody>
      </p:sp>
      <p:pic>
        <p:nvPicPr>
          <p:cNvPr descr="Milwaukee Brewers Top Prospect Garrett Mitchell Shines this Spring" id="207" name="Google Shape;207;p30"/>
          <p:cNvPicPr preferRelativeResize="0"/>
          <p:nvPr/>
        </p:nvPicPr>
        <p:blipFill rotWithShape="1">
          <a:blip r:embed="rId5">
            <a:alphaModFix/>
          </a:blip>
          <a:srcRect b="0" l="17996" r="21897" t="0"/>
          <a:stretch/>
        </p:blipFill>
        <p:spPr>
          <a:xfrm>
            <a:off x="3062016" y="2232134"/>
            <a:ext cx="1064958" cy="1593860"/>
          </a:xfrm>
          <a:prstGeom prst="rect">
            <a:avLst/>
          </a:prstGeom>
          <a:noFill/>
          <a:ln>
            <a:noFill/>
          </a:ln>
        </p:spPr>
      </p:pic>
      <p:sp>
        <p:nvSpPr>
          <p:cNvPr id="208" name="Google Shape;208;p30"/>
          <p:cNvSpPr txBox="1"/>
          <p:nvPr/>
        </p:nvSpPr>
        <p:spPr>
          <a:xfrm>
            <a:off x="4175379" y="2824636"/>
            <a:ext cx="367500" cy="4926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0"/>
              </a:spcBef>
              <a:spcAft>
                <a:spcPts val="1600"/>
              </a:spcAft>
              <a:buNone/>
            </a:pPr>
            <a:r>
              <a:rPr lang="en" sz="2000">
                <a:solidFill>
                  <a:srgbClr val="244266"/>
                </a:solidFill>
                <a:latin typeface="Times New Roman"/>
                <a:ea typeface="Times New Roman"/>
                <a:cs typeface="Times New Roman"/>
                <a:sym typeface="Times New Roman"/>
              </a:rPr>
              <a:t>〜</a:t>
            </a:r>
            <a:endParaRPr/>
          </a:p>
        </p:txBody>
      </p:sp>
      <p:pic>
        <p:nvPicPr>
          <p:cNvPr descr="Starling Marte Stats, Fantasy &amp; News | New York Mets" id="209" name="Google Shape;209;p30"/>
          <p:cNvPicPr preferRelativeResize="0"/>
          <p:nvPr/>
        </p:nvPicPr>
        <p:blipFill>
          <a:blip r:embed="rId6">
            <a:alphaModFix/>
          </a:blip>
          <a:stretch>
            <a:fillRect/>
          </a:stretch>
        </p:blipFill>
        <p:spPr>
          <a:xfrm>
            <a:off x="4591373" y="2232113"/>
            <a:ext cx="1179368" cy="1593870"/>
          </a:xfrm>
          <a:prstGeom prst="rect">
            <a:avLst/>
          </a:prstGeom>
          <a:noFill/>
          <a:ln>
            <a:noFill/>
          </a:ln>
        </p:spPr>
      </p:pic>
      <p:sp>
        <p:nvSpPr>
          <p:cNvPr id="210" name="Google Shape;210;p30"/>
          <p:cNvSpPr txBox="1"/>
          <p:nvPr/>
        </p:nvSpPr>
        <p:spPr>
          <a:xfrm>
            <a:off x="3037300" y="3825994"/>
            <a:ext cx="1114200" cy="6156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a:t>Garrett </a:t>
            </a:r>
            <a:endParaRPr/>
          </a:p>
          <a:p>
            <a:pPr indent="0" lvl="0" marL="0" rtl="0" algn="ctr">
              <a:spcBef>
                <a:spcPts val="0"/>
              </a:spcBef>
              <a:spcAft>
                <a:spcPts val="0"/>
              </a:spcAft>
              <a:buNone/>
            </a:pPr>
            <a:r>
              <a:rPr lang="en"/>
              <a:t>Mitchell</a:t>
            </a:r>
            <a:endParaRPr/>
          </a:p>
        </p:txBody>
      </p:sp>
      <p:sp>
        <p:nvSpPr>
          <p:cNvPr id="211" name="Google Shape;211;p30"/>
          <p:cNvSpPr txBox="1"/>
          <p:nvPr/>
        </p:nvSpPr>
        <p:spPr>
          <a:xfrm>
            <a:off x="4623862" y="3825994"/>
            <a:ext cx="1114200" cy="6156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a:t>Starling</a:t>
            </a:r>
            <a:endParaRPr/>
          </a:p>
          <a:p>
            <a:pPr indent="0" lvl="0" marL="0" rtl="0" algn="ctr">
              <a:spcBef>
                <a:spcPts val="0"/>
              </a:spcBef>
              <a:spcAft>
                <a:spcPts val="0"/>
              </a:spcAft>
              <a:buNone/>
            </a:pPr>
            <a:r>
              <a:rPr lang="en"/>
              <a:t>Marte</a:t>
            </a:r>
            <a:endParaRPr/>
          </a:p>
        </p:txBody>
      </p:sp>
      <p:sp>
        <p:nvSpPr>
          <p:cNvPr id="212" name="Google Shape;212;p30"/>
          <p:cNvSpPr txBox="1"/>
          <p:nvPr/>
        </p:nvSpPr>
        <p:spPr>
          <a:xfrm>
            <a:off x="5995479" y="3825994"/>
            <a:ext cx="1114200" cy="6156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a:t>Michael Harris</a:t>
            </a:r>
            <a:endParaRPr/>
          </a:p>
        </p:txBody>
      </p:sp>
      <p:sp>
        <p:nvSpPr>
          <p:cNvPr id="213" name="Google Shape;213;p30"/>
          <p:cNvSpPr txBox="1"/>
          <p:nvPr/>
        </p:nvSpPr>
        <p:spPr>
          <a:xfrm>
            <a:off x="7341526" y="3825994"/>
            <a:ext cx="1114200" cy="6156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a:t>Cedric</a:t>
            </a:r>
            <a:endParaRPr/>
          </a:p>
          <a:p>
            <a:pPr indent="0" lvl="0" marL="0" rtl="0" algn="ctr">
              <a:spcBef>
                <a:spcPts val="0"/>
              </a:spcBef>
              <a:spcAft>
                <a:spcPts val="0"/>
              </a:spcAft>
              <a:buNone/>
            </a:pPr>
            <a:r>
              <a:rPr lang="en"/>
              <a:t>Mullins</a:t>
            </a:r>
            <a:endParaRPr/>
          </a:p>
        </p:txBody>
      </p:sp>
      <p:pic>
        <p:nvPicPr>
          <p:cNvPr descr="Michael Harris II Stats, Fantasy &amp; News | Atlanta Braves" id="214" name="Google Shape;214;p30"/>
          <p:cNvPicPr preferRelativeResize="0"/>
          <p:nvPr/>
        </p:nvPicPr>
        <p:blipFill>
          <a:blip r:embed="rId7">
            <a:alphaModFix/>
          </a:blip>
          <a:stretch>
            <a:fillRect/>
          </a:stretch>
        </p:blipFill>
        <p:spPr>
          <a:xfrm>
            <a:off x="5995479" y="2261412"/>
            <a:ext cx="1179368" cy="1593870"/>
          </a:xfrm>
          <a:prstGeom prst="rect">
            <a:avLst/>
          </a:prstGeom>
          <a:noFill/>
          <a:ln>
            <a:noFill/>
          </a:ln>
        </p:spPr>
      </p:pic>
      <p:sp>
        <p:nvSpPr>
          <p:cNvPr id="215" name="Google Shape;215;p30"/>
          <p:cNvSpPr txBox="1"/>
          <p:nvPr/>
        </p:nvSpPr>
        <p:spPr>
          <a:xfrm>
            <a:off x="7109858" y="2824636"/>
            <a:ext cx="367500" cy="4926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0"/>
              </a:spcBef>
              <a:spcAft>
                <a:spcPts val="1600"/>
              </a:spcAft>
              <a:buNone/>
            </a:pPr>
            <a:r>
              <a:rPr lang="en" sz="2000">
                <a:solidFill>
                  <a:srgbClr val="244266"/>
                </a:solidFill>
                <a:latin typeface="Times New Roman"/>
                <a:ea typeface="Times New Roman"/>
                <a:cs typeface="Times New Roman"/>
                <a:sym typeface="Times New Roman"/>
              </a:rPr>
              <a:t>〜</a:t>
            </a:r>
            <a:endParaRPr/>
          </a:p>
        </p:txBody>
      </p:sp>
      <p:pic>
        <p:nvPicPr>
          <p:cNvPr descr="Cedric Mullins Stats, Fantasy &amp; News | Baltimore Orioles" id="216" name="Google Shape;216;p30"/>
          <p:cNvPicPr preferRelativeResize="0"/>
          <p:nvPr/>
        </p:nvPicPr>
        <p:blipFill>
          <a:blip r:embed="rId8">
            <a:alphaModFix/>
          </a:blip>
          <a:stretch>
            <a:fillRect/>
          </a:stretch>
        </p:blipFill>
        <p:spPr>
          <a:xfrm>
            <a:off x="7475217" y="2248735"/>
            <a:ext cx="1179370" cy="1523570"/>
          </a:xfrm>
          <a:prstGeom prst="rect">
            <a:avLst/>
          </a:prstGeom>
          <a:noFill/>
          <a:ln>
            <a:noFill/>
          </a:ln>
        </p:spPr>
      </p:pic>
      <p:cxnSp>
        <p:nvCxnSpPr>
          <p:cNvPr id="217" name="Google Shape;217;p30"/>
          <p:cNvCxnSpPr/>
          <p:nvPr/>
        </p:nvCxnSpPr>
        <p:spPr>
          <a:xfrm>
            <a:off x="2883818" y="2152250"/>
            <a:ext cx="10500" cy="2454300"/>
          </a:xfrm>
          <a:prstGeom prst="straightConnector1">
            <a:avLst/>
          </a:prstGeom>
          <a:noFill/>
          <a:ln cap="flat" cmpd="sng" w="9525">
            <a:solidFill>
              <a:schemeClr val="dk2"/>
            </a:solidFill>
            <a:prstDash val="solid"/>
            <a:round/>
            <a:headEnd len="med" w="med" type="none"/>
            <a:tailEnd len="med" w="med" type="none"/>
          </a:ln>
        </p:spPr>
      </p:cxnSp>
      <p:cxnSp>
        <p:nvCxnSpPr>
          <p:cNvPr id="218" name="Google Shape;218;p30"/>
          <p:cNvCxnSpPr/>
          <p:nvPr/>
        </p:nvCxnSpPr>
        <p:spPr>
          <a:xfrm>
            <a:off x="5877852" y="2152250"/>
            <a:ext cx="10500" cy="2454300"/>
          </a:xfrm>
          <a:prstGeom prst="straightConnector1">
            <a:avLst/>
          </a:prstGeom>
          <a:noFill/>
          <a:ln cap="flat" cmpd="sng" w="9525">
            <a:solidFill>
              <a:schemeClr val="dk2"/>
            </a:solidFill>
            <a:prstDash val="solid"/>
            <a:round/>
            <a:headEnd len="med" w="med" type="none"/>
            <a:tailEnd len="med" w="med" type="none"/>
          </a:ln>
        </p:spPr>
      </p:cxnSp>
      <p:sp>
        <p:nvSpPr>
          <p:cNvPr id="219" name="Google Shape;219;p3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Dealing with Rookies</a:t>
            </a:r>
            <a:endParaRPr/>
          </a:p>
        </p:txBody>
      </p:sp>
      <p:pic>
        <p:nvPicPr>
          <p:cNvPr id="220" name="Google Shape;220;p30"/>
          <p:cNvPicPr preferRelativeResize="0"/>
          <p:nvPr/>
        </p:nvPicPr>
        <p:blipFill rotWithShape="1">
          <a:blip r:embed="rId9">
            <a:alphaModFix/>
          </a:blip>
          <a:srcRect b="0" l="0" r="0" t="0"/>
          <a:stretch/>
        </p:blipFill>
        <p:spPr>
          <a:xfrm>
            <a:off x="8036725" y="4407694"/>
            <a:ext cx="1107281" cy="735806"/>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4" name="Shape 224"/>
        <p:cNvGrpSpPr/>
        <p:nvPr/>
      </p:nvGrpSpPr>
      <p:grpSpPr>
        <a:xfrm>
          <a:off x="0" y="0"/>
          <a:ext cx="0" cy="0"/>
          <a:chOff x="0" y="0"/>
          <a:chExt cx="0" cy="0"/>
        </a:xfrm>
      </p:grpSpPr>
      <p:sp>
        <p:nvSpPr>
          <p:cNvPr id="225" name="Google Shape;225;p3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ctr">
              <a:lnSpc>
                <a:spcPct val="100000"/>
              </a:lnSpc>
              <a:spcBef>
                <a:spcPts val="0"/>
              </a:spcBef>
              <a:spcAft>
                <a:spcPts val="0"/>
              </a:spcAft>
              <a:buClr>
                <a:schemeClr val="lt1"/>
              </a:buClr>
              <a:buSzPct val="93333"/>
              <a:buFont typeface="Times New Roman"/>
              <a:buNone/>
            </a:pPr>
            <a:r>
              <a:rPr lang="en">
                <a:solidFill>
                  <a:schemeClr val="lt1"/>
                </a:solidFill>
                <a:latin typeface="Times New Roman"/>
                <a:ea typeface="Times New Roman"/>
                <a:cs typeface="Times New Roman"/>
                <a:sym typeface="Times New Roman"/>
              </a:rPr>
              <a:t>Player Comps</a:t>
            </a:r>
            <a:endParaRPr/>
          </a:p>
        </p:txBody>
      </p:sp>
      <p:sp>
        <p:nvSpPr>
          <p:cNvPr id="226" name="Google Shape;226;p3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fontScale="25000" lnSpcReduction="10000"/>
          </a:bodyPr>
          <a:lstStyle/>
          <a:p>
            <a:pPr indent="-368300" lvl="0" marL="457200" rtl="0" algn="l">
              <a:lnSpc>
                <a:spcPct val="150000"/>
              </a:lnSpc>
              <a:spcBef>
                <a:spcPts val="0"/>
              </a:spcBef>
              <a:spcAft>
                <a:spcPts val="0"/>
              </a:spcAft>
              <a:buSzPct val="100000"/>
              <a:buFont typeface="Times New Roman"/>
              <a:buChar char="●"/>
            </a:pPr>
            <a:r>
              <a:rPr lang="en" sz="8800">
                <a:latin typeface="Times New Roman"/>
                <a:ea typeface="Times New Roman"/>
                <a:cs typeface="Times New Roman"/>
                <a:sym typeface="Times New Roman"/>
              </a:rPr>
              <a:t>Oswaldo Cabrera 2022: 111 wRC+; .247/.312/.429; 39% XBH</a:t>
            </a:r>
            <a:endParaRPr sz="8800">
              <a:latin typeface="Times New Roman"/>
              <a:ea typeface="Times New Roman"/>
              <a:cs typeface="Times New Roman"/>
              <a:sym typeface="Times New Roman"/>
            </a:endParaRPr>
          </a:p>
          <a:p>
            <a:pPr indent="-368300" lvl="1" marL="914400" rtl="0" algn="l">
              <a:lnSpc>
                <a:spcPct val="150000"/>
              </a:lnSpc>
              <a:spcBef>
                <a:spcPts val="0"/>
              </a:spcBef>
              <a:spcAft>
                <a:spcPts val="0"/>
              </a:spcAft>
              <a:buSzPct val="100000"/>
              <a:buFont typeface="Times New Roman"/>
              <a:buChar char="○"/>
            </a:pPr>
            <a:r>
              <a:rPr lang="en" sz="8800">
                <a:latin typeface="Times New Roman"/>
                <a:ea typeface="Times New Roman"/>
                <a:cs typeface="Times New Roman"/>
                <a:sym typeface="Times New Roman"/>
              </a:rPr>
              <a:t>Ryan Mountcastle 2021: 111 wRC+; .255/.309/.487; 41% XBH</a:t>
            </a:r>
            <a:endParaRPr sz="8800">
              <a:latin typeface="Times New Roman"/>
              <a:ea typeface="Times New Roman"/>
              <a:cs typeface="Times New Roman"/>
              <a:sym typeface="Times New Roman"/>
            </a:endParaRPr>
          </a:p>
          <a:p>
            <a:pPr indent="-368300" lvl="0" marL="457200" rtl="0" algn="l">
              <a:lnSpc>
                <a:spcPct val="150000"/>
              </a:lnSpc>
              <a:spcBef>
                <a:spcPts val="0"/>
              </a:spcBef>
              <a:spcAft>
                <a:spcPts val="0"/>
              </a:spcAft>
              <a:buSzPct val="100000"/>
              <a:buFont typeface="Times New Roman"/>
              <a:buChar char="●"/>
            </a:pPr>
            <a:r>
              <a:rPr lang="en" sz="8800">
                <a:latin typeface="Times New Roman"/>
                <a:ea typeface="Times New Roman"/>
                <a:cs typeface="Times New Roman"/>
                <a:sym typeface="Times New Roman"/>
              </a:rPr>
              <a:t>Garrett Mitchell 2022: 136 wRC+; .311/.373/.459; 26% XBH</a:t>
            </a:r>
            <a:endParaRPr sz="8800">
              <a:latin typeface="Times New Roman"/>
              <a:ea typeface="Times New Roman"/>
              <a:cs typeface="Times New Roman"/>
              <a:sym typeface="Times New Roman"/>
            </a:endParaRPr>
          </a:p>
          <a:p>
            <a:pPr indent="-368300" lvl="1" marL="914400" rtl="0" algn="l">
              <a:lnSpc>
                <a:spcPct val="150000"/>
              </a:lnSpc>
              <a:spcBef>
                <a:spcPts val="0"/>
              </a:spcBef>
              <a:spcAft>
                <a:spcPts val="0"/>
              </a:spcAft>
              <a:buSzPct val="100000"/>
              <a:buFont typeface="Times New Roman"/>
              <a:buChar char="○"/>
            </a:pPr>
            <a:r>
              <a:rPr lang="en" sz="8800">
                <a:latin typeface="Times New Roman"/>
                <a:ea typeface="Times New Roman"/>
                <a:cs typeface="Times New Roman"/>
                <a:sym typeface="Times New Roman"/>
              </a:rPr>
              <a:t>Starling Marte 2021: 134 wRC+; .310/.383/.458; 29% XBH</a:t>
            </a:r>
            <a:endParaRPr sz="8800">
              <a:latin typeface="Times New Roman"/>
              <a:ea typeface="Times New Roman"/>
              <a:cs typeface="Times New Roman"/>
              <a:sym typeface="Times New Roman"/>
            </a:endParaRPr>
          </a:p>
          <a:p>
            <a:pPr indent="-368300" lvl="0" marL="457200" rtl="0" algn="l">
              <a:lnSpc>
                <a:spcPct val="150000"/>
              </a:lnSpc>
              <a:spcBef>
                <a:spcPts val="0"/>
              </a:spcBef>
              <a:spcAft>
                <a:spcPts val="0"/>
              </a:spcAft>
              <a:buSzPct val="100000"/>
              <a:buFont typeface="Times New Roman"/>
              <a:buChar char="●"/>
            </a:pPr>
            <a:r>
              <a:rPr lang="en" sz="8800">
                <a:latin typeface="Times New Roman"/>
                <a:ea typeface="Times New Roman"/>
                <a:cs typeface="Times New Roman"/>
                <a:sym typeface="Times New Roman"/>
              </a:rPr>
              <a:t>Michael Harris 2022: 136 wRC+; .297/.339/.514; 40% XBH</a:t>
            </a:r>
            <a:endParaRPr sz="8800">
              <a:latin typeface="Times New Roman"/>
              <a:ea typeface="Times New Roman"/>
              <a:cs typeface="Times New Roman"/>
              <a:sym typeface="Times New Roman"/>
            </a:endParaRPr>
          </a:p>
          <a:p>
            <a:pPr indent="-368300" lvl="1" marL="914400" rtl="0" algn="l">
              <a:lnSpc>
                <a:spcPct val="150000"/>
              </a:lnSpc>
              <a:spcBef>
                <a:spcPts val="0"/>
              </a:spcBef>
              <a:spcAft>
                <a:spcPts val="0"/>
              </a:spcAft>
              <a:buSzPct val="100000"/>
              <a:buFont typeface="Times New Roman"/>
              <a:buChar char="○"/>
            </a:pPr>
            <a:r>
              <a:rPr lang="en" sz="8800">
                <a:latin typeface="Times New Roman"/>
                <a:ea typeface="Times New Roman"/>
                <a:cs typeface="Times New Roman"/>
                <a:sym typeface="Times New Roman"/>
              </a:rPr>
              <a:t>Cedric Mullins 2021: 136 wRC+; .291/.360/.518; 41% XBH</a:t>
            </a:r>
            <a:endParaRPr sz="8800">
              <a:latin typeface="Times New Roman"/>
              <a:ea typeface="Times New Roman"/>
              <a:cs typeface="Times New Roman"/>
              <a:sym typeface="Times New Roman"/>
            </a:endParaRPr>
          </a:p>
          <a:p>
            <a:pPr indent="0" lvl="0" marL="457200" rtl="0" algn="l">
              <a:lnSpc>
                <a:spcPct val="150000"/>
              </a:lnSpc>
              <a:spcBef>
                <a:spcPts val="1600"/>
              </a:spcBef>
              <a:spcAft>
                <a:spcPts val="1600"/>
              </a:spcAft>
              <a:buNone/>
            </a:pPr>
            <a:r>
              <a:t/>
            </a:r>
            <a:endParaRPr sz="2200">
              <a:solidFill>
                <a:srgbClr val="000000"/>
              </a:solidFill>
              <a:latin typeface="Times New Roman"/>
              <a:ea typeface="Times New Roman"/>
              <a:cs typeface="Times New Roman"/>
              <a:sym typeface="Times New Roman"/>
            </a:endParaRPr>
          </a:p>
        </p:txBody>
      </p:sp>
      <p:pic>
        <p:nvPicPr>
          <p:cNvPr id="227" name="Google Shape;227;p31"/>
          <p:cNvPicPr preferRelativeResize="0"/>
          <p:nvPr/>
        </p:nvPicPr>
        <p:blipFill rotWithShape="1">
          <a:blip r:embed="rId3">
            <a:alphaModFix/>
          </a:blip>
          <a:srcRect b="0" l="0" r="0" t="0"/>
          <a:stretch/>
        </p:blipFill>
        <p:spPr>
          <a:xfrm>
            <a:off x="8036725" y="4407694"/>
            <a:ext cx="1107281" cy="735806"/>
          </a:xfrm>
          <a:prstGeom prst="rect">
            <a:avLst/>
          </a:prstGeom>
          <a:noFill/>
          <a:ln>
            <a:noFill/>
          </a:ln>
        </p:spPr>
      </p:pic>
      <p:sp>
        <p:nvSpPr>
          <p:cNvPr id="228" name="Google Shape;228;p3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Statistical Comparisons</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2" name="Shape 232"/>
        <p:cNvGrpSpPr/>
        <p:nvPr/>
      </p:nvGrpSpPr>
      <p:grpSpPr>
        <a:xfrm>
          <a:off x="0" y="0"/>
          <a:ext cx="0" cy="0"/>
          <a:chOff x="0" y="0"/>
          <a:chExt cx="0" cy="0"/>
        </a:xfrm>
      </p:grpSpPr>
      <p:sp>
        <p:nvSpPr>
          <p:cNvPr id="233" name="Google Shape;233;p32"/>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Clr>
                <a:schemeClr val="lt1"/>
              </a:buClr>
              <a:buSzPct val="93333"/>
              <a:buFont typeface="Times New Roman"/>
              <a:buNone/>
            </a:pPr>
            <a:r>
              <a:rPr lang="en">
                <a:solidFill>
                  <a:schemeClr val="lt1"/>
                </a:solidFill>
                <a:latin typeface="Times New Roman"/>
                <a:ea typeface="Times New Roman"/>
                <a:cs typeface="Times New Roman"/>
                <a:sym typeface="Times New Roman"/>
              </a:rPr>
              <a:t>Handling Umpire Misses</a:t>
            </a:r>
            <a:endParaRPr/>
          </a:p>
        </p:txBody>
      </p:sp>
      <p:sp>
        <p:nvSpPr>
          <p:cNvPr id="234" name="Google Shape;234;p32"/>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fontScale="32500" lnSpcReduction="10000"/>
          </a:bodyPr>
          <a:lstStyle/>
          <a:p>
            <a:pPr indent="0" lvl="0" marL="457200" rtl="0" algn="l">
              <a:lnSpc>
                <a:spcPct val="150000"/>
              </a:lnSpc>
              <a:spcBef>
                <a:spcPts val="0"/>
              </a:spcBef>
              <a:spcAft>
                <a:spcPts val="0"/>
              </a:spcAft>
              <a:buClr>
                <a:schemeClr val="dk1"/>
              </a:buClr>
              <a:buSzPct val="100000"/>
              <a:buFont typeface="Arial"/>
              <a:buNone/>
            </a:pPr>
            <a:r>
              <a:rPr lang="en" sz="1100"/>
              <a:t>		 	 	 		</a:t>
            </a:r>
            <a:endParaRPr sz="1100"/>
          </a:p>
          <a:p>
            <a:pPr indent="0" lvl="0" marL="457200" rtl="0" algn="l">
              <a:lnSpc>
                <a:spcPct val="150000"/>
              </a:lnSpc>
              <a:spcBef>
                <a:spcPts val="1600"/>
              </a:spcBef>
              <a:spcAft>
                <a:spcPts val="0"/>
              </a:spcAft>
              <a:buClr>
                <a:schemeClr val="dk1"/>
              </a:buClr>
              <a:buSzPct val="100000"/>
              <a:buFont typeface="Arial"/>
              <a:buNone/>
            </a:pPr>
            <a:r>
              <a:rPr lang="en" sz="1100"/>
              <a:t>			</a:t>
            </a:r>
            <a:endParaRPr sz="1100"/>
          </a:p>
          <a:p>
            <a:pPr indent="0" lvl="0" marL="457200" rtl="0" algn="l">
              <a:lnSpc>
                <a:spcPct val="150000"/>
              </a:lnSpc>
              <a:spcBef>
                <a:spcPts val="1600"/>
              </a:spcBef>
              <a:spcAft>
                <a:spcPts val="0"/>
              </a:spcAft>
              <a:buClr>
                <a:schemeClr val="dk1"/>
              </a:buClr>
              <a:buSzPct val="100000"/>
              <a:buFont typeface="Arial"/>
              <a:buNone/>
            </a:pPr>
            <a:r>
              <a:rPr lang="en" sz="1100"/>
              <a:t>				</a:t>
            </a:r>
            <a:endParaRPr sz="1100"/>
          </a:p>
          <a:p>
            <a:pPr indent="0" lvl="0" marL="457200" rtl="0" algn="l">
              <a:lnSpc>
                <a:spcPct val="150000"/>
              </a:lnSpc>
              <a:spcBef>
                <a:spcPts val="1600"/>
              </a:spcBef>
              <a:spcAft>
                <a:spcPts val="0"/>
              </a:spcAft>
              <a:buClr>
                <a:schemeClr val="dk1"/>
              </a:buClr>
              <a:buSzPct val="100000"/>
              <a:buFont typeface="Arial"/>
              <a:buNone/>
            </a:pPr>
            <a:r>
              <a:rPr lang="en" sz="1100"/>
              <a:t>					</a:t>
            </a:r>
            <a:endParaRPr sz="1100"/>
          </a:p>
          <a:p>
            <a:pPr indent="0" lvl="0" marL="0" rtl="0" algn="l">
              <a:lnSpc>
                <a:spcPct val="115000"/>
              </a:lnSpc>
              <a:spcBef>
                <a:spcPts val="1600"/>
              </a:spcBef>
              <a:spcAft>
                <a:spcPts val="0"/>
              </a:spcAft>
              <a:buClr>
                <a:schemeClr val="dk1"/>
              </a:buClr>
              <a:buSzPct val="91667"/>
              <a:buFont typeface="Arial"/>
              <a:buNone/>
            </a:pPr>
            <a:r>
              <a:t/>
            </a:r>
            <a:endParaRPr sz="1200"/>
          </a:p>
          <a:p>
            <a:pPr indent="0" lvl="0" marL="0" rtl="0" algn="l">
              <a:lnSpc>
                <a:spcPct val="115000"/>
              </a:lnSpc>
              <a:spcBef>
                <a:spcPts val="1200"/>
              </a:spcBef>
              <a:spcAft>
                <a:spcPts val="0"/>
              </a:spcAft>
              <a:buClr>
                <a:schemeClr val="dk1"/>
              </a:buClr>
              <a:buSzPct val="100000"/>
              <a:buFont typeface="Arial"/>
              <a:buNone/>
            </a:pPr>
            <a:r>
              <a:rPr lang="en" sz="1100"/>
              <a:t>				</a:t>
            </a:r>
            <a:endParaRPr sz="1100"/>
          </a:p>
          <a:p>
            <a:pPr indent="0" lvl="0" marL="457200" rtl="0" algn="l">
              <a:lnSpc>
                <a:spcPct val="150000"/>
              </a:lnSpc>
              <a:spcBef>
                <a:spcPts val="1200"/>
              </a:spcBef>
              <a:spcAft>
                <a:spcPts val="0"/>
              </a:spcAft>
              <a:buClr>
                <a:schemeClr val="dk1"/>
              </a:buClr>
              <a:buSzPct val="100000"/>
              <a:buFont typeface="Arial"/>
              <a:buNone/>
            </a:pPr>
            <a:r>
              <a:rPr lang="en" sz="1100"/>
              <a:t>			</a:t>
            </a:r>
            <a:endParaRPr sz="1100"/>
          </a:p>
          <a:p>
            <a:pPr indent="0" lvl="0" marL="457200" rtl="0" algn="l">
              <a:lnSpc>
                <a:spcPct val="150000"/>
              </a:lnSpc>
              <a:spcBef>
                <a:spcPts val="1600"/>
              </a:spcBef>
              <a:spcAft>
                <a:spcPts val="0"/>
              </a:spcAft>
              <a:buClr>
                <a:schemeClr val="dk1"/>
              </a:buClr>
              <a:buSzPct val="100000"/>
              <a:buFont typeface="Arial"/>
              <a:buNone/>
            </a:pPr>
            <a:r>
              <a:rPr lang="en" sz="1100"/>
              <a:t>		</a:t>
            </a:r>
            <a:endParaRPr sz="1100"/>
          </a:p>
          <a:p>
            <a:pPr indent="0" lvl="0" marL="457200" rtl="0" algn="l">
              <a:lnSpc>
                <a:spcPct val="150000"/>
              </a:lnSpc>
              <a:spcBef>
                <a:spcPts val="1600"/>
              </a:spcBef>
              <a:spcAft>
                <a:spcPts val="0"/>
              </a:spcAft>
              <a:buNone/>
            </a:pPr>
            <a:r>
              <a:t/>
            </a:r>
            <a:endParaRPr sz="2200">
              <a:solidFill>
                <a:srgbClr val="244266"/>
              </a:solidFill>
              <a:latin typeface="Times New Roman"/>
              <a:ea typeface="Times New Roman"/>
              <a:cs typeface="Times New Roman"/>
              <a:sym typeface="Times New Roman"/>
            </a:endParaRPr>
          </a:p>
          <a:p>
            <a:pPr indent="0" lvl="0" marL="457200" rtl="0" algn="l">
              <a:lnSpc>
                <a:spcPct val="150000"/>
              </a:lnSpc>
              <a:spcBef>
                <a:spcPts val="1600"/>
              </a:spcBef>
              <a:spcAft>
                <a:spcPts val="0"/>
              </a:spcAft>
              <a:buNone/>
            </a:pPr>
            <a:r>
              <a:t/>
            </a:r>
            <a:endParaRPr sz="2200">
              <a:solidFill>
                <a:srgbClr val="595959"/>
              </a:solidFill>
            </a:endParaRPr>
          </a:p>
          <a:p>
            <a:pPr indent="0" lvl="0" marL="457200" rtl="0" algn="l">
              <a:lnSpc>
                <a:spcPct val="150000"/>
              </a:lnSpc>
              <a:spcBef>
                <a:spcPts val="1200"/>
              </a:spcBef>
              <a:spcAft>
                <a:spcPts val="0"/>
              </a:spcAft>
              <a:buNone/>
            </a:pPr>
            <a:r>
              <a:t/>
            </a:r>
            <a:endParaRPr sz="2200">
              <a:solidFill>
                <a:srgbClr val="595959"/>
              </a:solidFill>
            </a:endParaRPr>
          </a:p>
          <a:p>
            <a:pPr indent="0" lvl="0" marL="457200" rtl="0" algn="l">
              <a:lnSpc>
                <a:spcPct val="150000"/>
              </a:lnSpc>
              <a:spcBef>
                <a:spcPts val="1600"/>
              </a:spcBef>
              <a:spcAft>
                <a:spcPts val="0"/>
              </a:spcAft>
              <a:buNone/>
            </a:pPr>
            <a:r>
              <a:t/>
            </a:r>
            <a:endParaRPr sz="2200">
              <a:solidFill>
                <a:srgbClr val="244266"/>
              </a:solidFill>
              <a:latin typeface="Times New Roman"/>
              <a:ea typeface="Times New Roman"/>
              <a:cs typeface="Times New Roman"/>
              <a:sym typeface="Times New Roman"/>
            </a:endParaRPr>
          </a:p>
        </p:txBody>
      </p:sp>
      <p:pic>
        <p:nvPicPr>
          <p:cNvPr id="235" name="Google Shape;235;p32"/>
          <p:cNvPicPr preferRelativeResize="0"/>
          <p:nvPr/>
        </p:nvPicPr>
        <p:blipFill rotWithShape="1">
          <a:blip r:embed="rId3">
            <a:alphaModFix/>
          </a:blip>
          <a:srcRect b="0" l="0" r="0" t="0"/>
          <a:stretch/>
        </p:blipFill>
        <p:spPr>
          <a:xfrm>
            <a:off x="8036725" y="4407694"/>
            <a:ext cx="1107281" cy="735806"/>
          </a:xfrm>
          <a:prstGeom prst="rect">
            <a:avLst/>
          </a:prstGeom>
          <a:noFill/>
          <a:ln>
            <a:noFill/>
          </a:ln>
        </p:spPr>
      </p:pic>
      <p:sp>
        <p:nvSpPr>
          <p:cNvPr id="236" name="Google Shape;236;p3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Step 3: Case Analysis </a:t>
            </a:r>
            <a:endParaRPr/>
          </a:p>
        </p:txBody>
      </p:sp>
      <p:pic>
        <p:nvPicPr>
          <p:cNvPr id="237" name="Google Shape;237;p32"/>
          <p:cNvPicPr preferRelativeResize="0"/>
          <p:nvPr/>
        </p:nvPicPr>
        <p:blipFill>
          <a:blip r:embed="rId4">
            <a:alphaModFix/>
          </a:blip>
          <a:stretch>
            <a:fillRect/>
          </a:stretch>
        </p:blipFill>
        <p:spPr>
          <a:xfrm>
            <a:off x="1829938" y="1104775"/>
            <a:ext cx="5484126" cy="3656076"/>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1" name="Shape 241"/>
        <p:cNvGrpSpPr/>
        <p:nvPr/>
      </p:nvGrpSpPr>
      <p:grpSpPr>
        <a:xfrm>
          <a:off x="0" y="0"/>
          <a:ext cx="0" cy="0"/>
          <a:chOff x="0" y="0"/>
          <a:chExt cx="0" cy="0"/>
        </a:xfrm>
      </p:grpSpPr>
      <p:sp>
        <p:nvSpPr>
          <p:cNvPr id="242" name="Google Shape;242;p3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Simple Cases</a:t>
            </a:r>
            <a:endParaRPr/>
          </a:p>
          <a:p>
            <a:pPr indent="0" lvl="0" marL="0" rtl="0" algn="l">
              <a:spcBef>
                <a:spcPts val="0"/>
              </a:spcBef>
              <a:spcAft>
                <a:spcPts val="0"/>
              </a:spcAft>
              <a:buNone/>
            </a:pPr>
            <a:r>
              <a:t/>
            </a:r>
            <a:endParaRPr/>
          </a:p>
        </p:txBody>
      </p:sp>
      <p:sp>
        <p:nvSpPr>
          <p:cNvPr id="243" name="Google Shape;243;p33"/>
          <p:cNvSpPr txBox="1"/>
          <p:nvPr>
            <p:ph idx="1" type="body"/>
          </p:nvPr>
        </p:nvSpPr>
        <p:spPr>
          <a:xfrm>
            <a:off x="311700" y="1152475"/>
            <a:ext cx="4382700" cy="3416400"/>
          </a:xfrm>
          <a:prstGeom prst="rect">
            <a:avLst/>
          </a:prstGeom>
        </p:spPr>
        <p:txBody>
          <a:bodyPr anchorCtr="0" anchor="t" bIns="91425" lIns="91425" spcFirstLastPara="1" rIns="91425" wrap="square" tIns="91425">
            <a:noAutofit/>
          </a:bodyPr>
          <a:lstStyle/>
          <a:p>
            <a:pPr indent="-355918" lvl="0" marL="457200" rtl="0" algn="l">
              <a:lnSpc>
                <a:spcPct val="150000"/>
              </a:lnSpc>
              <a:spcBef>
                <a:spcPts val="0"/>
              </a:spcBef>
              <a:spcAft>
                <a:spcPts val="0"/>
              </a:spcAft>
              <a:buSzPts val="2005"/>
              <a:buFont typeface="Times New Roman"/>
              <a:buChar char="●"/>
            </a:pPr>
            <a:r>
              <a:rPr lang="en" sz="2005">
                <a:latin typeface="Times New Roman"/>
                <a:ea typeface="Times New Roman"/>
                <a:cs typeface="Times New Roman"/>
                <a:sym typeface="Times New Roman"/>
              </a:rPr>
              <a:t>If hitter should have struck out to end inning: end inning </a:t>
            </a:r>
            <a:endParaRPr sz="2005">
              <a:latin typeface="Times New Roman"/>
              <a:ea typeface="Times New Roman"/>
              <a:cs typeface="Times New Roman"/>
              <a:sym typeface="Times New Roman"/>
            </a:endParaRPr>
          </a:p>
          <a:p>
            <a:pPr indent="-355918" lvl="0" marL="457200" rtl="0" algn="l">
              <a:lnSpc>
                <a:spcPct val="150000"/>
              </a:lnSpc>
              <a:spcBef>
                <a:spcPts val="0"/>
              </a:spcBef>
              <a:spcAft>
                <a:spcPts val="0"/>
              </a:spcAft>
              <a:buSzPts val="2005"/>
              <a:buFont typeface="Times New Roman"/>
              <a:buChar char="●"/>
            </a:pPr>
            <a:r>
              <a:rPr lang="en" sz="2005">
                <a:latin typeface="Times New Roman"/>
                <a:ea typeface="Times New Roman"/>
                <a:cs typeface="Times New Roman"/>
                <a:sym typeface="Times New Roman"/>
              </a:rPr>
              <a:t>If hitter should have walked, but did not → simulate from next batter with runner on first</a:t>
            </a:r>
            <a:endParaRPr sz="2005">
              <a:latin typeface="Times New Roman"/>
              <a:ea typeface="Times New Roman"/>
              <a:cs typeface="Times New Roman"/>
              <a:sym typeface="Times New Roman"/>
            </a:endParaRPr>
          </a:p>
          <a:p>
            <a:pPr indent="-355918" lvl="0" marL="457200" rtl="0" algn="l">
              <a:lnSpc>
                <a:spcPct val="150000"/>
              </a:lnSpc>
              <a:spcBef>
                <a:spcPts val="0"/>
              </a:spcBef>
              <a:spcAft>
                <a:spcPts val="0"/>
              </a:spcAft>
              <a:buSzPts val="2005"/>
              <a:buFont typeface="Times New Roman"/>
              <a:buChar char="●"/>
            </a:pPr>
            <a:r>
              <a:rPr lang="en" sz="2005">
                <a:latin typeface="Times New Roman"/>
                <a:ea typeface="Times New Roman"/>
                <a:cs typeface="Times New Roman"/>
                <a:sym typeface="Times New Roman"/>
              </a:rPr>
              <a:t>If hitter should have struck out, but did not → simulate from next batter adding an out</a:t>
            </a:r>
            <a:endParaRPr sz="2005">
              <a:latin typeface="Times New Roman"/>
              <a:ea typeface="Times New Roman"/>
              <a:cs typeface="Times New Roman"/>
              <a:sym typeface="Times New Roman"/>
            </a:endParaRPr>
          </a:p>
          <a:p>
            <a:pPr indent="0" lvl="0" marL="457200" rtl="0" algn="l">
              <a:lnSpc>
                <a:spcPct val="150000"/>
              </a:lnSpc>
              <a:spcBef>
                <a:spcPts val="1200"/>
              </a:spcBef>
              <a:spcAft>
                <a:spcPts val="1200"/>
              </a:spcAft>
              <a:buSzPts val="853"/>
              <a:buNone/>
            </a:pPr>
            <a:r>
              <a:t/>
            </a:r>
            <a:endParaRPr sz="2005">
              <a:latin typeface="Times New Roman"/>
              <a:ea typeface="Times New Roman"/>
              <a:cs typeface="Times New Roman"/>
              <a:sym typeface="Times New Roman"/>
            </a:endParaRPr>
          </a:p>
        </p:txBody>
      </p:sp>
      <p:pic>
        <p:nvPicPr>
          <p:cNvPr id="244" name="Google Shape;244;p33"/>
          <p:cNvPicPr preferRelativeResize="0"/>
          <p:nvPr/>
        </p:nvPicPr>
        <p:blipFill rotWithShape="1">
          <a:blip r:embed="rId3">
            <a:alphaModFix/>
          </a:blip>
          <a:srcRect b="0" l="0" r="0" t="0"/>
          <a:stretch/>
        </p:blipFill>
        <p:spPr>
          <a:xfrm>
            <a:off x="8036725" y="4407694"/>
            <a:ext cx="1107281" cy="735806"/>
          </a:xfrm>
          <a:prstGeom prst="rect">
            <a:avLst/>
          </a:prstGeom>
          <a:noFill/>
          <a:ln>
            <a:noFill/>
          </a:ln>
        </p:spPr>
      </p:pic>
      <p:pic>
        <p:nvPicPr>
          <p:cNvPr descr="Austin Wynns 2022 Highlights - YouTube" id="245" name="Google Shape;245;p33"/>
          <p:cNvPicPr preferRelativeResize="0"/>
          <p:nvPr/>
        </p:nvPicPr>
        <p:blipFill>
          <a:blip r:embed="rId4">
            <a:alphaModFix/>
          </a:blip>
          <a:stretch>
            <a:fillRect/>
          </a:stretch>
        </p:blipFill>
        <p:spPr>
          <a:xfrm>
            <a:off x="5371350" y="1017723"/>
            <a:ext cx="3460949" cy="1946800"/>
          </a:xfrm>
          <a:prstGeom prst="rect">
            <a:avLst/>
          </a:prstGeom>
          <a:noFill/>
          <a:ln>
            <a:noFill/>
          </a:ln>
        </p:spPr>
      </p:pic>
      <p:sp>
        <p:nvSpPr>
          <p:cNvPr id="246" name="Google Shape;246;p33"/>
          <p:cNvSpPr txBox="1"/>
          <p:nvPr/>
        </p:nvSpPr>
        <p:spPr>
          <a:xfrm>
            <a:off x="5371275" y="3025063"/>
            <a:ext cx="3461100" cy="9234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600">
                <a:solidFill>
                  <a:schemeClr val="dk2"/>
                </a:solidFill>
                <a:latin typeface="Times New Roman"/>
                <a:ea typeface="Times New Roman"/>
                <a:cs typeface="Times New Roman"/>
                <a:sym typeface="Times New Roman"/>
              </a:rPr>
              <a:t>Austyn Wynns got a strike called on him on a 3-2 count when it should have been a ball, so we award him a walk</a:t>
            </a:r>
            <a:endParaRPr sz="1600">
              <a:solidFill>
                <a:schemeClr val="dk2"/>
              </a:solidFill>
              <a:latin typeface="Times New Roman"/>
              <a:ea typeface="Times New Roman"/>
              <a:cs typeface="Times New Roman"/>
              <a:sym typeface="Times New Roman"/>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0" name="Shape 250"/>
        <p:cNvGrpSpPr/>
        <p:nvPr/>
      </p:nvGrpSpPr>
      <p:grpSpPr>
        <a:xfrm>
          <a:off x="0" y="0"/>
          <a:ext cx="0" cy="0"/>
          <a:chOff x="0" y="0"/>
          <a:chExt cx="0" cy="0"/>
        </a:xfrm>
      </p:grpSpPr>
      <p:sp>
        <p:nvSpPr>
          <p:cNvPr id="251" name="Google Shape;251;p34"/>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ctr">
              <a:lnSpc>
                <a:spcPct val="100000"/>
              </a:lnSpc>
              <a:spcBef>
                <a:spcPts val="0"/>
              </a:spcBef>
              <a:spcAft>
                <a:spcPts val="0"/>
              </a:spcAft>
              <a:buClr>
                <a:schemeClr val="lt1"/>
              </a:buClr>
              <a:buSzPct val="93333"/>
              <a:buFont typeface="Times New Roman"/>
              <a:buNone/>
            </a:pPr>
            <a:r>
              <a:rPr lang="en">
                <a:solidFill>
                  <a:schemeClr val="lt1"/>
                </a:solidFill>
                <a:latin typeface="Times New Roman"/>
                <a:ea typeface="Times New Roman"/>
                <a:cs typeface="Times New Roman"/>
                <a:sym typeface="Times New Roman"/>
              </a:rPr>
              <a:t>Simulation Process</a:t>
            </a:r>
            <a:r>
              <a:rPr lang="en">
                <a:solidFill>
                  <a:schemeClr val="lt1"/>
                </a:solidFill>
                <a:latin typeface="Times New Roman"/>
                <a:ea typeface="Times New Roman"/>
                <a:cs typeface="Times New Roman"/>
                <a:sym typeface="Times New Roman"/>
              </a:rPr>
              <a:t> </a:t>
            </a:r>
            <a:endParaRPr/>
          </a:p>
        </p:txBody>
      </p:sp>
      <p:sp>
        <p:nvSpPr>
          <p:cNvPr id="252" name="Google Shape;252;p34"/>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fontScale="85000"/>
          </a:bodyPr>
          <a:lstStyle/>
          <a:p>
            <a:pPr indent="-347345" lvl="0" marL="457200" rtl="0" algn="l">
              <a:lnSpc>
                <a:spcPct val="150000"/>
              </a:lnSpc>
              <a:spcBef>
                <a:spcPts val="0"/>
              </a:spcBef>
              <a:spcAft>
                <a:spcPts val="0"/>
              </a:spcAft>
              <a:buSzPct val="100000"/>
              <a:buFont typeface="Times New Roman"/>
              <a:buChar char="●"/>
            </a:pPr>
            <a:r>
              <a:rPr lang="en" sz="2200">
                <a:latin typeface="Times New Roman"/>
                <a:ea typeface="Times New Roman"/>
                <a:cs typeface="Times New Roman"/>
                <a:sym typeface="Times New Roman"/>
              </a:rPr>
              <a:t>Step 1: Change the count based on missed call</a:t>
            </a:r>
            <a:endParaRPr sz="2200">
              <a:latin typeface="Times New Roman"/>
              <a:ea typeface="Times New Roman"/>
              <a:cs typeface="Times New Roman"/>
              <a:sym typeface="Times New Roman"/>
            </a:endParaRPr>
          </a:p>
          <a:p>
            <a:pPr indent="-347345" lvl="0" marL="457200" rtl="0" algn="l">
              <a:lnSpc>
                <a:spcPct val="150000"/>
              </a:lnSpc>
              <a:spcBef>
                <a:spcPts val="0"/>
              </a:spcBef>
              <a:spcAft>
                <a:spcPts val="0"/>
              </a:spcAft>
              <a:buSzPct val="100000"/>
              <a:buFont typeface="Times New Roman"/>
              <a:buChar char="●"/>
            </a:pPr>
            <a:r>
              <a:rPr lang="en" sz="2200">
                <a:latin typeface="Times New Roman"/>
                <a:ea typeface="Times New Roman"/>
                <a:cs typeface="Times New Roman"/>
                <a:sym typeface="Times New Roman"/>
              </a:rPr>
              <a:t>Step 2: Simulate remainder of plate appearance, using count-specific hitting stats</a:t>
            </a:r>
            <a:endParaRPr sz="2200">
              <a:latin typeface="Times New Roman"/>
              <a:ea typeface="Times New Roman"/>
              <a:cs typeface="Times New Roman"/>
              <a:sym typeface="Times New Roman"/>
            </a:endParaRPr>
          </a:p>
          <a:p>
            <a:pPr indent="-347345" lvl="0" marL="457200" rtl="0" algn="l">
              <a:lnSpc>
                <a:spcPct val="150000"/>
              </a:lnSpc>
              <a:spcBef>
                <a:spcPts val="0"/>
              </a:spcBef>
              <a:spcAft>
                <a:spcPts val="0"/>
              </a:spcAft>
              <a:buSzPct val="100000"/>
              <a:buFont typeface="Times New Roman"/>
              <a:buChar char="●"/>
            </a:pPr>
            <a:r>
              <a:rPr lang="en" sz="2200">
                <a:latin typeface="Times New Roman"/>
                <a:ea typeface="Times New Roman"/>
                <a:cs typeface="Times New Roman"/>
                <a:sym typeface="Times New Roman"/>
              </a:rPr>
              <a:t>Step 3: Simulate rest of inning if necessary using situation (RISP) specific hitting stats</a:t>
            </a:r>
            <a:endParaRPr sz="2200">
              <a:latin typeface="Times New Roman"/>
              <a:ea typeface="Times New Roman"/>
              <a:cs typeface="Times New Roman"/>
              <a:sym typeface="Times New Roman"/>
            </a:endParaRPr>
          </a:p>
          <a:p>
            <a:pPr indent="-347345" lvl="0" marL="457200" rtl="0" algn="l">
              <a:lnSpc>
                <a:spcPct val="150000"/>
              </a:lnSpc>
              <a:spcBef>
                <a:spcPts val="0"/>
              </a:spcBef>
              <a:spcAft>
                <a:spcPts val="0"/>
              </a:spcAft>
              <a:buSzPct val="100000"/>
              <a:buFont typeface="Times New Roman"/>
              <a:buChar char="●"/>
            </a:pPr>
            <a:r>
              <a:rPr lang="en" sz="2200">
                <a:latin typeface="Times New Roman"/>
                <a:ea typeface="Times New Roman"/>
                <a:cs typeface="Times New Roman"/>
                <a:sym typeface="Times New Roman"/>
              </a:rPr>
              <a:t>Step 4: Aggregate change in runs scored (Lower limit of change = 0)</a:t>
            </a:r>
            <a:endParaRPr sz="2200">
              <a:latin typeface="Times New Roman"/>
              <a:ea typeface="Times New Roman"/>
              <a:cs typeface="Times New Roman"/>
              <a:sym typeface="Times New Roman"/>
            </a:endParaRPr>
          </a:p>
          <a:p>
            <a:pPr indent="-347345" lvl="1" marL="1371600" rtl="0" algn="l">
              <a:lnSpc>
                <a:spcPct val="150000"/>
              </a:lnSpc>
              <a:spcBef>
                <a:spcPts val="0"/>
              </a:spcBef>
              <a:spcAft>
                <a:spcPts val="0"/>
              </a:spcAft>
              <a:buSzPct val="100000"/>
              <a:buFont typeface="Times New Roman"/>
              <a:buChar char="○"/>
            </a:pPr>
            <a:r>
              <a:rPr lang="en" sz="2200">
                <a:latin typeface="Times New Roman"/>
                <a:ea typeface="Times New Roman"/>
                <a:cs typeface="Times New Roman"/>
                <a:sym typeface="Times New Roman"/>
              </a:rPr>
              <a:t>[(Expected run value after mistake) - (actual run value after mistake)] + actual runs scored before mistake = expected half-inning run total</a:t>
            </a:r>
            <a:endParaRPr sz="2200">
              <a:latin typeface="Times New Roman"/>
              <a:ea typeface="Times New Roman"/>
              <a:cs typeface="Times New Roman"/>
              <a:sym typeface="Times New Roman"/>
            </a:endParaRPr>
          </a:p>
        </p:txBody>
      </p:sp>
      <p:pic>
        <p:nvPicPr>
          <p:cNvPr id="253" name="Google Shape;253;p34"/>
          <p:cNvPicPr preferRelativeResize="0"/>
          <p:nvPr/>
        </p:nvPicPr>
        <p:blipFill rotWithShape="1">
          <a:blip r:embed="rId3">
            <a:alphaModFix/>
          </a:blip>
          <a:srcRect b="0" l="0" r="0" t="0"/>
          <a:stretch/>
        </p:blipFill>
        <p:spPr>
          <a:xfrm>
            <a:off x="8036725" y="4407694"/>
            <a:ext cx="1107281" cy="735806"/>
          </a:xfrm>
          <a:prstGeom prst="rect">
            <a:avLst/>
          </a:prstGeom>
          <a:noFill/>
          <a:ln>
            <a:noFill/>
          </a:ln>
        </p:spPr>
      </p:pic>
      <p:sp>
        <p:nvSpPr>
          <p:cNvPr id="254" name="Google Shape;254;p3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One Mistake Innings</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8" name="Shape 258"/>
        <p:cNvGrpSpPr/>
        <p:nvPr/>
      </p:nvGrpSpPr>
      <p:grpSpPr>
        <a:xfrm>
          <a:off x="0" y="0"/>
          <a:ext cx="0" cy="0"/>
          <a:chOff x="0" y="0"/>
          <a:chExt cx="0" cy="0"/>
        </a:xfrm>
      </p:grpSpPr>
      <p:sp>
        <p:nvSpPr>
          <p:cNvPr id="259" name="Google Shape;259;p3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Example - Squandered Opportunity </a:t>
            </a:r>
            <a:endParaRPr/>
          </a:p>
        </p:txBody>
      </p:sp>
      <p:sp>
        <p:nvSpPr>
          <p:cNvPr id="260" name="Google Shape;260;p3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9250" lvl="0" marL="457200" rtl="0" algn="l">
              <a:spcBef>
                <a:spcPts val="0"/>
              </a:spcBef>
              <a:spcAft>
                <a:spcPts val="0"/>
              </a:spcAft>
              <a:buSzPts val="1900"/>
              <a:buFont typeface="Times New Roman"/>
              <a:buChar char="●"/>
            </a:pPr>
            <a:r>
              <a:rPr lang="en" sz="1900">
                <a:latin typeface="Times New Roman"/>
                <a:ea typeface="Times New Roman"/>
                <a:cs typeface="Times New Roman"/>
                <a:sym typeface="Times New Roman"/>
              </a:rPr>
              <a:t>Situation: 5</a:t>
            </a:r>
            <a:r>
              <a:rPr lang="en" sz="1900">
                <a:latin typeface="Times New Roman"/>
                <a:ea typeface="Times New Roman"/>
                <a:cs typeface="Times New Roman"/>
                <a:sym typeface="Times New Roman"/>
              </a:rPr>
              <a:t>th</a:t>
            </a:r>
            <a:r>
              <a:rPr lang="en" sz="1900">
                <a:latin typeface="Times New Roman"/>
                <a:ea typeface="Times New Roman"/>
                <a:cs typeface="Times New Roman"/>
                <a:sym typeface="Times New Roman"/>
              </a:rPr>
              <a:t> inning, 0-0 count, 2 outs </a:t>
            </a:r>
            <a:endParaRPr sz="1900">
              <a:latin typeface="Times New Roman"/>
              <a:ea typeface="Times New Roman"/>
              <a:cs typeface="Times New Roman"/>
              <a:sym typeface="Times New Roman"/>
            </a:endParaRPr>
          </a:p>
          <a:p>
            <a:pPr indent="-349250" lvl="0" marL="457200" rtl="0" algn="l">
              <a:spcBef>
                <a:spcPts val="0"/>
              </a:spcBef>
              <a:spcAft>
                <a:spcPts val="0"/>
              </a:spcAft>
              <a:buSzPts val="1900"/>
              <a:buFont typeface="Times New Roman"/>
              <a:buChar char="●"/>
            </a:pPr>
            <a:r>
              <a:rPr lang="en" sz="1900">
                <a:latin typeface="Times New Roman"/>
                <a:ea typeface="Times New Roman"/>
                <a:cs typeface="Times New Roman"/>
                <a:sym typeface="Times New Roman"/>
              </a:rPr>
              <a:t>Domingo German throws ball to Jace Peterson, count goes to 1-0</a:t>
            </a:r>
            <a:endParaRPr sz="1900">
              <a:latin typeface="Times New Roman"/>
              <a:ea typeface="Times New Roman"/>
              <a:cs typeface="Times New Roman"/>
              <a:sym typeface="Times New Roman"/>
            </a:endParaRPr>
          </a:p>
          <a:p>
            <a:pPr indent="-349250" lvl="0" marL="457200" rtl="0" algn="l">
              <a:spcBef>
                <a:spcPts val="0"/>
              </a:spcBef>
              <a:spcAft>
                <a:spcPts val="0"/>
              </a:spcAft>
              <a:buSzPts val="1900"/>
              <a:buFont typeface="Times New Roman"/>
              <a:buChar char="●"/>
            </a:pPr>
            <a:r>
              <a:rPr lang="en" sz="1900">
                <a:latin typeface="Times New Roman"/>
                <a:ea typeface="Times New Roman"/>
                <a:cs typeface="Times New Roman"/>
                <a:sym typeface="Times New Roman"/>
              </a:rPr>
              <a:t>Pitch should be a strike, so our simulation hurts Brewers by moving count to 0-1</a:t>
            </a:r>
            <a:endParaRPr sz="1900">
              <a:latin typeface="Times New Roman"/>
              <a:ea typeface="Times New Roman"/>
              <a:cs typeface="Times New Roman"/>
              <a:sym typeface="Times New Roman"/>
            </a:endParaRPr>
          </a:p>
          <a:p>
            <a:pPr indent="-349250" lvl="0" marL="457200" rtl="0" algn="l">
              <a:spcBef>
                <a:spcPts val="0"/>
              </a:spcBef>
              <a:spcAft>
                <a:spcPts val="0"/>
              </a:spcAft>
              <a:buSzPts val="1900"/>
              <a:buFont typeface="Times New Roman"/>
              <a:buChar char="●"/>
            </a:pPr>
            <a:r>
              <a:rPr lang="en" sz="1900">
                <a:latin typeface="Times New Roman"/>
                <a:ea typeface="Times New Roman"/>
                <a:cs typeface="Times New Roman"/>
                <a:sym typeface="Times New Roman"/>
              </a:rPr>
              <a:t>Since the Brewers had a more favorable situation in real life, yet scored 0 runs, we award 0 runs</a:t>
            </a:r>
            <a:endParaRPr sz="1900">
              <a:latin typeface="Times New Roman"/>
              <a:ea typeface="Times New Roman"/>
              <a:cs typeface="Times New Roman"/>
              <a:sym typeface="Times New Roman"/>
            </a:endParaRPr>
          </a:p>
          <a:p>
            <a:pPr indent="0" lvl="0" marL="457200" rtl="0" algn="l">
              <a:spcBef>
                <a:spcPts val="1200"/>
              </a:spcBef>
              <a:spcAft>
                <a:spcPts val="1200"/>
              </a:spcAft>
              <a:buNone/>
            </a:pPr>
            <a:r>
              <a:t/>
            </a:r>
            <a:endParaRPr sz="1900">
              <a:solidFill>
                <a:srgbClr val="000000"/>
              </a:solidFill>
              <a:latin typeface="Times New Roman"/>
              <a:ea typeface="Times New Roman"/>
              <a:cs typeface="Times New Roman"/>
              <a:sym typeface="Times New Roman"/>
            </a:endParaRPr>
          </a:p>
        </p:txBody>
      </p:sp>
      <p:pic>
        <p:nvPicPr>
          <p:cNvPr descr="Jace Peterson to IL for Brewers, out for significant amount of time - Brew  Crew Ball" id="261" name="Google Shape;261;p35"/>
          <p:cNvPicPr preferRelativeResize="0"/>
          <p:nvPr/>
        </p:nvPicPr>
        <p:blipFill>
          <a:blip r:embed="rId3">
            <a:alphaModFix/>
          </a:blip>
          <a:stretch>
            <a:fillRect/>
          </a:stretch>
        </p:blipFill>
        <p:spPr>
          <a:xfrm>
            <a:off x="4090625" y="3133323"/>
            <a:ext cx="3682150" cy="1925475"/>
          </a:xfrm>
          <a:prstGeom prst="rect">
            <a:avLst/>
          </a:prstGeom>
          <a:noFill/>
          <a:ln>
            <a:noFill/>
          </a:ln>
        </p:spPr>
      </p:pic>
      <p:pic>
        <p:nvPicPr>
          <p:cNvPr descr="Domingo Germán - Wikipedia" id="262" name="Google Shape;262;p35"/>
          <p:cNvPicPr preferRelativeResize="0"/>
          <p:nvPr/>
        </p:nvPicPr>
        <p:blipFill>
          <a:blip r:embed="rId4">
            <a:alphaModFix/>
          </a:blip>
          <a:stretch>
            <a:fillRect/>
          </a:stretch>
        </p:blipFill>
        <p:spPr>
          <a:xfrm>
            <a:off x="402725" y="3133325"/>
            <a:ext cx="2916751" cy="1925475"/>
          </a:xfrm>
          <a:prstGeom prst="rect">
            <a:avLst/>
          </a:prstGeom>
          <a:noFill/>
          <a:ln>
            <a:noFill/>
          </a:ln>
        </p:spPr>
      </p:pic>
      <p:pic>
        <p:nvPicPr>
          <p:cNvPr id="263" name="Google Shape;263;p35"/>
          <p:cNvPicPr preferRelativeResize="0"/>
          <p:nvPr/>
        </p:nvPicPr>
        <p:blipFill rotWithShape="1">
          <a:blip r:embed="rId5">
            <a:alphaModFix/>
          </a:blip>
          <a:srcRect b="0" l="0" r="0" t="0"/>
          <a:stretch/>
        </p:blipFill>
        <p:spPr>
          <a:xfrm>
            <a:off x="8036725" y="4407694"/>
            <a:ext cx="1107281" cy="735806"/>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7" name="Shape 267"/>
        <p:cNvGrpSpPr/>
        <p:nvPr/>
      </p:nvGrpSpPr>
      <p:grpSpPr>
        <a:xfrm>
          <a:off x="0" y="0"/>
          <a:ext cx="0" cy="0"/>
          <a:chOff x="0" y="0"/>
          <a:chExt cx="0" cy="0"/>
        </a:xfrm>
      </p:grpSpPr>
      <p:sp>
        <p:nvSpPr>
          <p:cNvPr id="268" name="Google Shape;268;p3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Example - </a:t>
            </a:r>
            <a:r>
              <a:rPr lang="en"/>
              <a:t>Yankees Take Advantage </a:t>
            </a:r>
            <a:endParaRPr/>
          </a:p>
        </p:txBody>
      </p:sp>
      <p:sp>
        <p:nvSpPr>
          <p:cNvPr id="269" name="Google Shape;269;p36"/>
          <p:cNvSpPr txBox="1"/>
          <p:nvPr>
            <p:ph idx="1" type="body"/>
          </p:nvPr>
        </p:nvSpPr>
        <p:spPr>
          <a:xfrm>
            <a:off x="311700" y="1017725"/>
            <a:ext cx="8520600" cy="3416400"/>
          </a:xfrm>
          <a:prstGeom prst="rect">
            <a:avLst/>
          </a:prstGeom>
        </p:spPr>
        <p:txBody>
          <a:bodyPr anchorCtr="0" anchor="t" bIns="91425" lIns="91425" spcFirstLastPara="1" rIns="91425" wrap="square" tIns="91425">
            <a:normAutofit lnSpcReduction="10000"/>
          </a:bodyPr>
          <a:lstStyle/>
          <a:p>
            <a:pPr indent="-349250" lvl="0" marL="457200" rtl="0" algn="l">
              <a:spcBef>
                <a:spcPts val="0"/>
              </a:spcBef>
              <a:spcAft>
                <a:spcPts val="0"/>
              </a:spcAft>
              <a:buClr>
                <a:srgbClr val="595959"/>
              </a:buClr>
              <a:buSzPts val="1900"/>
              <a:buFont typeface="Times New Roman"/>
              <a:buChar char="●"/>
            </a:pPr>
            <a:r>
              <a:rPr lang="en" sz="1900">
                <a:solidFill>
                  <a:srgbClr val="595959"/>
                </a:solidFill>
                <a:latin typeface="Times New Roman"/>
                <a:ea typeface="Times New Roman"/>
                <a:cs typeface="Times New Roman"/>
                <a:sym typeface="Times New Roman"/>
              </a:rPr>
              <a:t>Situation: 8th inning, 0-0 count, 2 outs </a:t>
            </a:r>
            <a:endParaRPr sz="1900">
              <a:solidFill>
                <a:srgbClr val="595959"/>
              </a:solidFill>
              <a:latin typeface="Times New Roman"/>
              <a:ea typeface="Times New Roman"/>
              <a:cs typeface="Times New Roman"/>
              <a:sym typeface="Times New Roman"/>
            </a:endParaRPr>
          </a:p>
          <a:p>
            <a:pPr indent="-349250" lvl="0" marL="457200" rtl="0" algn="l">
              <a:spcBef>
                <a:spcPts val="0"/>
              </a:spcBef>
              <a:spcAft>
                <a:spcPts val="0"/>
              </a:spcAft>
              <a:buClr>
                <a:srgbClr val="595959"/>
              </a:buClr>
              <a:buSzPts val="1900"/>
              <a:buFont typeface="Times New Roman"/>
              <a:buChar char="●"/>
            </a:pPr>
            <a:r>
              <a:rPr lang="en" sz="1900">
                <a:solidFill>
                  <a:srgbClr val="595959"/>
                </a:solidFill>
                <a:latin typeface="Times New Roman"/>
                <a:ea typeface="Times New Roman"/>
                <a:cs typeface="Times New Roman"/>
                <a:sym typeface="Times New Roman"/>
              </a:rPr>
              <a:t>Devin Williams throws strike to Gleyber Torres, count goes to 0-1</a:t>
            </a:r>
            <a:endParaRPr sz="1900">
              <a:solidFill>
                <a:srgbClr val="595959"/>
              </a:solidFill>
              <a:latin typeface="Times New Roman"/>
              <a:ea typeface="Times New Roman"/>
              <a:cs typeface="Times New Roman"/>
              <a:sym typeface="Times New Roman"/>
            </a:endParaRPr>
          </a:p>
          <a:p>
            <a:pPr indent="-349250" lvl="0" marL="457200" rtl="0" algn="l">
              <a:spcBef>
                <a:spcPts val="0"/>
              </a:spcBef>
              <a:spcAft>
                <a:spcPts val="0"/>
              </a:spcAft>
              <a:buClr>
                <a:srgbClr val="595959"/>
              </a:buClr>
              <a:buSzPts val="1900"/>
              <a:buFont typeface="Times New Roman"/>
              <a:buChar char="●"/>
            </a:pPr>
            <a:r>
              <a:rPr lang="en" sz="1900">
                <a:solidFill>
                  <a:srgbClr val="595959"/>
                </a:solidFill>
                <a:latin typeface="Times New Roman"/>
                <a:ea typeface="Times New Roman"/>
                <a:cs typeface="Times New Roman"/>
                <a:sym typeface="Times New Roman"/>
              </a:rPr>
              <a:t>Pitch should be a ball, so our simulation benefits Yankees by moving count to 1-0</a:t>
            </a:r>
            <a:endParaRPr sz="1900">
              <a:solidFill>
                <a:srgbClr val="595959"/>
              </a:solidFill>
              <a:latin typeface="Times New Roman"/>
              <a:ea typeface="Times New Roman"/>
              <a:cs typeface="Times New Roman"/>
              <a:sym typeface="Times New Roman"/>
            </a:endParaRPr>
          </a:p>
          <a:p>
            <a:pPr indent="-349250" lvl="0" marL="457200" rtl="0" algn="l">
              <a:spcBef>
                <a:spcPts val="0"/>
              </a:spcBef>
              <a:spcAft>
                <a:spcPts val="0"/>
              </a:spcAft>
              <a:buClr>
                <a:srgbClr val="595959"/>
              </a:buClr>
              <a:buSzPts val="1900"/>
              <a:buChar char="●"/>
            </a:pPr>
            <a:r>
              <a:rPr lang="en" sz="1900">
                <a:solidFill>
                  <a:srgbClr val="595959"/>
                </a:solidFill>
                <a:latin typeface="Times New Roman"/>
                <a:ea typeface="Times New Roman"/>
                <a:cs typeface="Times New Roman"/>
                <a:sym typeface="Times New Roman"/>
              </a:rPr>
              <a:t>Our simulation finds the Yankees now have 0.1 expected runs, and as they scored 0 in the game, so we add 0.1 to 0 to get a new run total of </a:t>
            </a:r>
            <a:r>
              <a:rPr b="1" lang="en" sz="1900">
                <a:solidFill>
                  <a:srgbClr val="595959"/>
                </a:solidFill>
                <a:latin typeface="Times New Roman"/>
                <a:ea typeface="Times New Roman"/>
                <a:cs typeface="Times New Roman"/>
                <a:sym typeface="Times New Roman"/>
              </a:rPr>
              <a:t>0.1 runs </a:t>
            </a:r>
            <a:r>
              <a:rPr lang="en" sz="1900">
                <a:solidFill>
                  <a:srgbClr val="595959"/>
                </a:solidFill>
                <a:latin typeface="Times New Roman"/>
                <a:ea typeface="Times New Roman"/>
                <a:cs typeface="Times New Roman"/>
                <a:sym typeface="Times New Roman"/>
              </a:rPr>
              <a:t>(before factoring in pitcher ability)</a:t>
            </a:r>
            <a:endParaRPr sz="1900">
              <a:solidFill>
                <a:srgbClr val="595959"/>
              </a:solidFill>
              <a:latin typeface="Times New Roman"/>
              <a:ea typeface="Times New Roman"/>
              <a:cs typeface="Times New Roman"/>
              <a:sym typeface="Times New Roman"/>
            </a:endParaRPr>
          </a:p>
          <a:p>
            <a:pPr indent="0" lvl="0" marL="457200" rtl="0" algn="l">
              <a:spcBef>
                <a:spcPts val="1200"/>
              </a:spcBef>
              <a:spcAft>
                <a:spcPts val="0"/>
              </a:spcAft>
              <a:buNone/>
            </a:pPr>
            <a:r>
              <a:t/>
            </a:r>
            <a:endParaRPr sz="1900">
              <a:solidFill>
                <a:srgbClr val="595959"/>
              </a:solidFill>
              <a:latin typeface="Times New Roman"/>
              <a:ea typeface="Times New Roman"/>
              <a:cs typeface="Times New Roman"/>
              <a:sym typeface="Times New Roman"/>
            </a:endParaRPr>
          </a:p>
          <a:p>
            <a:pPr indent="0" lvl="0" marL="0" rtl="0" algn="l">
              <a:spcBef>
                <a:spcPts val="1200"/>
              </a:spcBef>
              <a:spcAft>
                <a:spcPts val="1200"/>
              </a:spcAft>
              <a:buNone/>
            </a:pPr>
            <a:r>
              <a:t/>
            </a:r>
            <a:endParaRPr sz="1900">
              <a:solidFill>
                <a:srgbClr val="595959"/>
              </a:solidFill>
              <a:latin typeface="Times New Roman"/>
              <a:ea typeface="Times New Roman"/>
              <a:cs typeface="Times New Roman"/>
              <a:sym typeface="Times New Roman"/>
            </a:endParaRPr>
          </a:p>
        </p:txBody>
      </p:sp>
      <p:pic>
        <p:nvPicPr>
          <p:cNvPr descr="Devin Williams came up big for Brewers, but still doesn't like Coors Field" id="270" name="Google Shape;270;p36"/>
          <p:cNvPicPr preferRelativeResize="0"/>
          <p:nvPr/>
        </p:nvPicPr>
        <p:blipFill>
          <a:blip r:embed="rId3">
            <a:alphaModFix/>
          </a:blip>
          <a:stretch>
            <a:fillRect/>
          </a:stretch>
        </p:blipFill>
        <p:spPr>
          <a:xfrm>
            <a:off x="1276775" y="3291550"/>
            <a:ext cx="2631550" cy="1754375"/>
          </a:xfrm>
          <a:prstGeom prst="rect">
            <a:avLst/>
          </a:prstGeom>
          <a:noFill/>
          <a:ln>
            <a:noFill/>
          </a:ln>
        </p:spPr>
      </p:pic>
      <p:pic>
        <p:nvPicPr>
          <p:cNvPr descr="New York Yankees And Gleyber Torres Demonstrate Prudence In Avoiding  Arbitration" id="271" name="Google Shape;271;p36"/>
          <p:cNvPicPr preferRelativeResize="0"/>
          <p:nvPr/>
        </p:nvPicPr>
        <p:blipFill>
          <a:blip r:embed="rId4">
            <a:alphaModFix/>
          </a:blip>
          <a:stretch>
            <a:fillRect/>
          </a:stretch>
        </p:blipFill>
        <p:spPr>
          <a:xfrm>
            <a:off x="4644725" y="3291550"/>
            <a:ext cx="3118884" cy="1754375"/>
          </a:xfrm>
          <a:prstGeom prst="rect">
            <a:avLst/>
          </a:prstGeom>
          <a:noFill/>
          <a:ln>
            <a:noFill/>
          </a:ln>
        </p:spPr>
      </p:pic>
      <p:pic>
        <p:nvPicPr>
          <p:cNvPr id="272" name="Google Shape;272;p36"/>
          <p:cNvPicPr preferRelativeResize="0"/>
          <p:nvPr/>
        </p:nvPicPr>
        <p:blipFill rotWithShape="1">
          <a:blip r:embed="rId5">
            <a:alphaModFix/>
          </a:blip>
          <a:srcRect b="0" l="0" r="0" t="0"/>
          <a:stretch/>
        </p:blipFill>
        <p:spPr>
          <a:xfrm>
            <a:off x="8036725" y="4407694"/>
            <a:ext cx="1107281" cy="735806"/>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6" name="Shape 276"/>
        <p:cNvGrpSpPr/>
        <p:nvPr/>
      </p:nvGrpSpPr>
      <p:grpSpPr>
        <a:xfrm>
          <a:off x="0" y="0"/>
          <a:ext cx="0" cy="0"/>
          <a:chOff x="0" y="0"/>
          <a:chExt cx="0" cy="0"/>
        </a:xfrm>
      </p:grpSpPr>
      <p:sp>
        <p:nvSpPr>
          <p:cNvPr id="277" name="Google Shape;277;p3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2 Beneficial Mistakes in One Inning</a:t>
            </a:r>
            <a:endParaRPr/>
          </a:p>
        </p:txBody>
      </p:sp>
      <p:pic>
        <p:nvPicPr>
          <p:cNvPr id="278" name="Google Shape;278;p37"/>
          <p:cNvPicPr preferRelativeResize="0"/>
          <p:nvPr/>
        </p:nvPicPr>
        <p:blipFill rotWithShape="1">
          <a:blip r:embed="rId3">
            <a:alphaModFix/>
          </a:blip>
          <a:srcRect b="0" l="0" r="0" t="0"/>
          <a:stretch/>
        </p:blipFill>
        <p:spPr>
          <a:xfrm>
            <a:off x="8036725" y="4407694"/>
            <a:ext cx="1107281" cy="735806"/>
          </a:xfrm>
          <a:prstGeom prst="rect">
            <a:avLst/>
          </a:prstGeom>
          <a:noFill/>
          <a:ln>
            <a:noFill/>
          </a:ln>
        </p:spPr>
      </p:pic>
      <p:cxnSp>
        <p:nvCxnSpPr>
          <p:cNvPr id="279" name="Google Shape;279;p37"/>
          <p:cNvCxnSpPr/>
          <p:nvPr/>
        </p:nvCxnSpPr>
        <p:spPr>
          <a:xfrm>
            <a:off x="902650" y="1863813"/>
            <a:ext cx="7408800" cy="13800"/>
          </a:xfrm>
          <a:prstGeom prst="straightConnector1">
            <a:avLst/>
          </a:prstGeom>
          <a:noFill/>
          <a:ln cap="flat" cmpd="sng" w="9525">
            <a:solidFill>
              <a:schemeClr val="dk2"/>
            </a:solidFill>
            <a:prstDash val="solid"/>
            <a:round/>
            <a:headEnd len="med" w="med" type="none"/>
            <a:tailEnd len="med" w="med" type="none"/>
          </a:ln>
        </p:spPr>
      </p:cxnSp>
      <p:cxnSp>
        <p:nvCxnSpPr>
          <p:cNvPr id="280" name="Google Shape;280;p37"/>
          <p:cNvCxnSpPr/>
          <p:nvPr/>
        </p:nvCxnSpPr>
        <p:spPr>
          <a:xfrm>
            <a:off x="902650" y="1763763"/>
            <a:ext cx="0" cy="213900"/>
          </a:xfrm>
          <a:prstGeom prst="straightConnector1">
            <a:avLst/>
          </a:prstGeom>
          <a:noFill/>
          <a:ln cap="flat" cmpd="sng" w="9525">
            <a:solidFill>
              <a:schemeClr val="dk2"/>
            </a:solidFill>
            <a:prstDash val="solid"/>
            <a:round/>
            <a:headEnd len="med" w="med" type="none"/>
            <a:tailEnd len="med" w="med" type="none"/>
          </a:ln>
        </p:spPr>
      </p:cxnSp>
      <p:cxnSp>
        <p:nvCxnSpPr>
          <p:cNvPr id="281" name="Google Shape;281;p37"/>
          <p:cNvCxnSpPr/>
          <p:nvPr/>
        </p:nvCxnSpPr>
        <p:spPr>
          <a:xfrm>
            <a:off x="3221150" y="1763775"/>
            <a:ext cx="0" cy="213900"/>
          </a:xfrm>
          <a:prstGeom prst="straightConnector1">
            <a:avLst/>
          </a:prstGeom>
          <a:noFill/>
          <a:ln cap="flat" cmpd="sng" w="9525">
            <a:solidFill>
              <a:schemeClr val="dk2"/>
            </a:solidFill>
            <a:prstDash val="solid"/>
            <a:round/>
            <a:headEnd len="med" w="med" type="none"/>
            <a:tailEnd len="med" w="med" type="none"/>
          </a:ln>
        </p:spPr>
      </p:cxnSp>
      <p:cxnSp>
        <p:nvCxnSpPr>
          <p:cNvPr id="282" name="Google Shape;282;p37"/>
          <p:cNvCxnSpPr/>
          <p:nvPr/>
        </p:nvCxnSpPr>
        <p:spPr>
          <a:xfrm flipH="1">
            <a:off x="8312050" y="1751175"/>
            <a:ext cx="1200" cy="239100"/>
          </a:xfrm>
          <a:prstGeom prst="straightConnector1">
            <a:avLst/>
          </a:prstGeom>
          <a:noFill/>
          <a:ln cap="flat" cmpd="sng" w="9525">
            <a:solidFill>
              <a:schemeClr val="dk2"/>
            </a:solidFill>
            <a:prstDash val="solid"/>
            <a:round/>
            <a:headEnd len="med" w="med" type="none"/>
            <a:tailEnd len="med" w="med" type="none"/>
          </a:ln>
        </p:spPr>
      </p:cxnSp>
      <p:cxnSp>
        <p:nvCxnSpPr>
          <p:cNvPr id="283" name="Google Shape;283;p37"/>
          <p:cNvCxnSpPr/>
          <p:nvPr/>
        </p:nvCxnSpPr>
        <p:spPr>
          <a:xfrm>
            <a:off x="5742900" y="1763775"/>
            <a:ext cx="0" cy="213900"/>
          </a:xfrm>
          <a:prstGeom prst="straightConnector1">
            <a:avLst/>
          </a:prstGeom>
          <a:noFill/>
          <a:ln cap="flat" cmpd="sng" w="9525">
            <a:solidFill>
              <a:schemeClr val="dk2"/>
            </a:solidFill>
            <a:prstDash val="solid"/>
            <a:round/>
            <a:headEnd len="med" w="med" type="none"/>
            <a:tailEnd len="med" w="med" type="none"/>
          </a:ln>
        </p:spPr>
      </p:cxnSp>
      <p:sp>
        <p:nvSpPr>
          <p:cNvPr id="284" name="Google Shape;284;p37"/>
          <p:cNvSpPr txBox="1"/>
          <p:nvPr/>
        </p:nvSpPr>
        <p:spPr>
          <a:xfrm>
            <a:off x="2768150" y="1334825"/>
            <a:ext cx="11289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600">
                <a:solidFill>
                  <a:schemeClr val="dk2"/>
                </a:solidFill>
                <a:latin typeface="Times New Roman"/>
                <a:ea typeface="Times New Roman"/>
                <a:cs typeface="Times New Roman"/>
                <a:sym typeface="Times New Roman"/>
              </a:rPr>
              <a:t>Mistake 1</a:t>
            </a:r>
            <a:endParaRPr sz="1600">
              <a:solidFill>
                <a:schemeClr val="dk2"/>
              </a:solidFill>
              <a:latin typeface="Times New Roman"/>
              <a:ea typeface="Times New Roman"/>
              <a:cs typeface="Times New Roman"/>
              <a:sym typeface="Times New Roman"/>
            </a:endParaRPr>
          </a:p>
        </p:txBody>
      </p:sp>
      <p:sp>
        <p:nvSpPr>
          <p:cNvPr id="285" name="Google Shape;285;p37"/>
          <p:cNvSpPr txBox="1"/>
          <p:nvPr/>
        </p:nvSpPr>
        <p:spPr>
          <a:xfrm>
            <a:off x="7386300" y="1334825"/>
            <a:ext cx="17577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600">
                <a:solidFill>
                  <a:schemeClr val="dk2"/>
                </a:solidFill>
                <a:latin typeface="Times New Roman"/>
                <a:ea typeface="Times New Roman"/>
                <a:cs typeface="Times New Roman"/>
                <a:sym typeface="Times New Roman"/>
              </a:rPr>
              <a:t>End </a:t>
            </a:r>
            <a:r>
              <a:rPr lang="en" sz="1600">
                <a:solidFill>
                  <a:schemeClr val="dk2"/>
                </a:solidFill>
                <a:latin typeface="Times New Roman"/>
                <a:ea typeface="Times New Roman"/>
                <a:cs typeface="Times New Roman"/>
                <a:sym typeface="Times New Roman"/>
              </a:rPr>
              <a:t>of half inning</a:t>
            </a:r>
            <a:endParaRPr sz="1600">
              <a:solidFill>
                <a:schemeClr val="dk2"/>
              </a:solidFill>
              <a:latin typeface="Times New Roman"/>
              <a:ea typeface="Times New Roman"/>
              <a:cs typeface="Times New Roman"/>
              <a:sym typeface="Times New Roman"/>
            </a:endParaRPr>
          </a:p>
        </p:txBody>
      </p:sp>
      <p:sp>
        <p:nvSpPr>
          <p:cNvPr id="286" name="Google Shape;286;p37"/>
          <p:cNvSpPr txBox="1"/>
          <p:nvPr/>
        </p:nvSpPr>
        <p:spPr>
          <a:xfrm>
            <a:off x="102200" y="1334825"/>
            <a:ext cx="18048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600">
                <a:solidFill>
                  <a:schemeClr val="dk2"/>
                </a:solidFill>
                <a:latin typeface="Times New Roman"/>
                <a:ea typeface="Times New Roman"/>
                <a:cs typeface="Times New Roman"/>
                <a:sym typeface="Times New Roman"/>
              </a:rPr>
              <a:t>Start of half inning</a:t>
            </a:r>
            <a:endParaRPr sz="1600">
              <a:solidFill>
                <a:schemeClr val="dk2"/>
              </a:solidFill>
              <a:latin typeface="Times New Roman"/>
              <a:ea typeface="Times New Roman"/>
              <a:cs typeface="Times New Roman"/>
              <a:sym typeface="Times New Roman"/>
            </a:endParaRPr>
          </a:p>
        </p:txBody>
      </p:sp>
      <p:sp>
        <p:nvSpPr>
          <p:cNvPr id="287" name="Google Shape;287;p37"/>
          <p:cNvSpPr txBox="1"/>
          <p:nvPr/>
        </p:nvSpPr>
        <p:spPr>
          <a:xfrm>
            <a:off x="5237100" y="1334825"/>
            <a:ext cx="10116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600">
                <a:solidFill>
                  <a:schemeClr val="dk2"/>
                </a:solidFill>
                <a:latin typeface="Times New Roman"/>
                <a:ea typeface="Times New Roman"/>
                <a:cs typeface="Times New Roman"/>
                <a:sym typeface="Times New Roman"/>
              </a:rPr>
              <a:t>Mistake 2</a:t>
            </a:r>
            <a:endParaRPr sz="1600">
              <a:solidFill>
                <a:schemeClr val="dk2"/>
              </a:solidFill>
              <a:latin typeface="Times New Roman"/>
              <a:ea typeface="Times New Roman"/>
              <a:cs typeface="Times New Roman"/>
              <a:sym typeface="Times New Roman"/>
            </a:endParaRPr>
          </a:p>
        </p:txBody>
      </p:sp>
      <p:cxnSp>
        <p:nvCxnSpPr>
          <p:cNvPr id="288" name="Google Shape;288;p37"/>
          <p:cNvCxnSpPr/>
          <p:nvPr/>
        </p:nvCxnSpPr>
        <p:spPr>
          <a:xfrm>
            <a:off x="3216725" y="2241100"/>
            <a:ext cx="2526300" cy="9600"/>
          </a:xfrm>
          <a:prstGeom prst="straightConnector1">
            <a:avLst/>
          </a:prstGeom>
          <a:noFill/>
          <a:ln cap="flat" cmpd="sng" w="9525">
            <a:solidFill>
              <a:schemeClr val="dk2"/>
            </a:solidFill>
            <a:prstDash val="solid"/>
            <a:round/>
            <a:headEnd len="med" w="med" type="none"/>
            <a:tailEnd len="med" w="med" type="none"/>
          </a:ln>
        </p:spPr>
      </p:cxnSp>
      <p:cxnSp>
        <p:nvCxnSpPr>
          <p:cNvPr id="289" name="Google Shape;289;p37"/>
          <p:cNvCxnSpPr/>
          <p:nvPr/>
        </p:nvCxnSpPr>
        <p:spPr>
          <a:xfrm>
            <a:off x="3221150" y="2042838"/>
            <a:ext cx="0" cy="213900"/>
          </a:xfrm>
          <a:prstGeom prst="straightConnector1">
            <a:avLst/>
          </a:prstGeom>
          <a:noFill/>
          <a:ln cap="flat" cmpd="sng" w="9525">
            <a:solidFill>
              <a:schemeClr val="dk2"/>
            </a:solidFill>
            <a:prstDash val="solid"/>
            <a:round/>
            <a:headEnd len="med" w="med" type="none"/>
            <a:tailEnd len="med" w="med" type="none"/>
          </a:ln>
        </p:spPr>
      </p:cxnSp>
      <p:cxnSp>
        <p:nvCxnSpPr>
          <p:cNvPr id="290" name="Google Shape;290;p37"/>
          <p:cNvCxnSpPr/>
          <p:nvPr/>
        </p:nvCxnSpPr>
        <p:spPr>
          <a:xfrm>
            <a:off x="5738475" y="2042850"/>
            <a:ext cx="0" cy="213900"/>
          </a:xfrm>
          <a:prstGeom prst="straightConnector1">
            <a:avLst/>
          </a:prstGeom>
          <a:noFill/>
          <a:ln cap="flat" cmpd="sng" w="9525">
            <a:solidFill>
              <a:schemeClr val="dk2"/>
            </a:solidFill>
            <a:prstDash val="solid"/>
            <a:round/>
            <a:headEnd len="med" w="med" type="none"/>
            <a:tailEnd len="med" w="med" type="none"/>
          </a:ln>
        </p:spPr>
      </p:cxnSp>
      <p:sp>
        <p:nvSpPr>
          <p:cNvPr id="291" name="Google Shape;291;p37"/>
          <p:cNvSpPr txBox="1"/>
          <p:nvPr/>
        </p:nvSpPr>
        <p:spPr>
          <a:xfrm>
            <a:off x="4042600" y="2250700"/>
            <a:ext cx="11289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600">
                <a:solidFill>
                  <a:schemeClr val="dk2"/>
                </a:solidFill>
                <a:latin typeface="Times New Roman"/>
                <a:ea typeface="Times New Roman"/>
                <a:cs typeface="Times New Roman"/>
                <a:sym typeface="Times New Roman"/>
              </a:rPr>
              <a:t>p(M2|M1)</a:t>
            </a:r>
            <a:endParaRPr sz="1600">
              <a:solidFill>
                <a:schemeClr val="dk2"/>
              </a:solidFill>
              <a:latin typeface="Times New Roman"/>
              <a:ea typeface="Times New Roman"/>
              <a:cs typeface="Times New Roman"/>
              <a:sym typeface="Times New Roman"/>
            </a:endParaRPr>
          </a:p>
        </p:txBody>
      </p:sp>
      <p:sp>
        <p:nvSpPr>
          <p:cNvPr id="292" name="Google Shape;292;p37"/>
          <p:cNvSpPr txBox="1"/>
          <p:nvPr/>
        </p:nvSpPr>
        <p:spPr>
          <a:xfrm>
            <a:off x="5624175" y="2723725"/>
            <a:ext cx="2286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600">
                <a:solidFill>
                  <a:schemeClr val="dk2"/>
                </a:solidFill>
                <a:latin typeface="Times New Roman"/>
                <a:ea typeface="Times New Roman"/>
                <a:cs typeface="Times New Roman"/>
                <a:sym typeface="Times New Roman"/>
              </a:rPr>
              <a:t>x</a:t>
            </a:r>
            <a:endParaRPr sz="1600">
              <a:solidFill>
                <a:schemeClr val="dk2"/>
              </a:solidFill>
              <a:latin typeface="Times New Roman"/>
              <a:ea typeface="Times New Roman"/>
              <a:cs typeface="Times New Roman"/>
              <a:sym typeface="Times New Roman"/>
            </a:endParaRPr>
          </a:p>
        </p:txBody>
      </p:sp>
      <p:sp>
        <p:nvSpPr>
          <p:cNvPr id="293" name="Google Shape;293;p37"/>
          <p:cNvSpPr txBox="1"/>
          <p:nvPr/>
        </p:nvSpPr>
        <p:spPr>
          <a:xfrm>
            <a:off x="217550" y="3431350"/>
            <a:ext cx="7657800" cy="1416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600">
                <a:solidFill>
                  <a:schemeClr val="dk2"/>
                </a:solidFill>
                <a:latin typeface="Times New Roman"/>
                <a:ea typeface="Times New Roman"/>
                <a:cs typeface="Times New Roman"/>
                <a:sym typeface="Times New Roman"/>
              </a:rPr>
              <a:t>x = Expected runs after mistake 1</a:t>
            </a:r>
            <a:endParaRPr sz="1600">
              <a:solidFill>
                <a:schemeClr val="dk2"/>
              </a:solidFill>
              <a:latin typeface="Times New Roman"/>
              <a:ea typeface="Times New Roman"/>
              <a:cs typeface="Times New Roman"/>
              <a:sym typeface="Times New Roman"/>
            </a:endParaRPr>
          </a:p>
          <a:p>
            <a:pPr indent="0" lvl="0" marL="0" rtl="0" algn="l">
              <a:spcBef>
                <a:spcPts val="0"/>
              </a:spcBef>
              <a:spcAft>
                <a:spcPts val="0"/>
              </a:spcAft>
              <a:buNone/>
            </a:pPr>
            <a:r>
              <a:rPr lang="en" sz="1600">
                <a:solidFill>
                  <a:schemeClr val="dk2"/>
                </a:solidFill>
                <a:latin typeface="Times New Roman"/>
                <a:ea typeface="Times New Roman"/>
                <a:cs typeface="Times New Roman"/>
                <a:sym typeface="Times New Roman"/>
              </a:rPr>
              <a:t>y = Expected runs after mistake 2</a:t>
            </a:r>
            <a:endParaRPr sz="1600">
              <a:solidFill>
                <a:schemeClr val="dk2"/>
              </a:solidFill>
              <a:latin typeface="Times New Roman"/>
              <a:ea typeface="Times New Roman"/>
              <a:cs typeface="Times New Roman"/>
              <a:sym typeface="Times New Roman"/>
            </a:endParaRPr>
          </a:p>
          <a:p>
            <a:pPr indent="0" lvl="0" marL="0" rtl="0" algn="l">
              <a:spcBef>
                <a:spcPts val="0"/>
              </a:spcBef>
              <a:spcAft>
                <a:spcPts val="0"/>
              </a:spcAft>
              <a:buNone/>
            </a:pPr>
            <a:r>
              <a:rPr lang="en" sz="1600">
                <a:solidFill>
                  <a:schemeClr val="dk2"/>
                </a:solidFill>
                <a:latin typeface="Times New Roman"/>
                <a:ea typeface="Times New Roman"/>
                <a:cs typeface="Times New Roman"/>
                <a:sym typeface="Times New Roman"/>
              </a:rPr>
              <a:t>p(M2|M1) = Probability of  reaching the state at which mistake 2 occurs given </a:t>
            </a:r>
            <a:endParaRPr sz="1600">
              <a:solidFill>
                <a:schemeClr val="dk2"/>
              </a:solidFill>
              <a:latin typeface="Times New Roman"/>
              <a:ea typeface="Times New Roman"/>
              <a:cs typeface="Times New Roman"/>
              <a:sym typeface="Times New Roman"/>
            </a:endParaRPr>
          </a:p>
          <a:p>
            <a:pPr indent="0" lvl="0" marL="0" rtl="0" algn="l">
              <a:spcBef>
                <a:spcPts val="0"/>
              </a:spcBef>
              <a:spcAft>
                <a:spcPts val="0"/>
              </a:spcAft>
              <a:buNone/>
            </a:pPr>
            <a:r>
              <a:rPr lang="en" sz="1600">
                <a:solidFill>
                  <a:schemeClr val="dk2"/>
                </a:solidFill>
                <a:latin typeface="Times New Roman"/>
                <a:ea typeface="Times New Roman"/>
                <a:cs typeface="Times New Roman"/>
                <a:sym typeface="Times New Roman"/>
              </a:rPr>
              <a:t>the corrected call from mistake 1</a:t>
            </a:r>
            <a:endParaRPr sz="1600">
              <a:solidFill>
                <a:schemeClr val="dk2"/>
              </a:solidFill>
              <a:latin typeface="Times New Roman"/>
              <a:ea typeface="Times New Roman"/>
              <a:cs typeface="Times New Roman"/>
              <a:sym typeface="Times New Roman"/>
            </a:endParaRPr>
          </a:p>
          <a:p>
            <a:pPr indent="0" lvl="0" marL="0" rtl="0" algn="l">
              <a:spcBef>
                <a:spcPts val="0"/>
              </a:spcBef>
              <a:spcAft>
                <a:spcPts val="0"/>
              </a:spcAft>
              <a:buNone/>
            </a:pPr>
            <a:r>
              <a:rPr lang="en" sz="1600">
                <a:solidFill>
                  <a:schemeClr val="dk2"/>
                </a:solidFill>
                <a:latin typeface="Times New Roman"/>
                <a:ea typeface="Times New Roman"/>
                <a:cs typeface="Times New Roman"/>
                <a:sym typeface="Times New Roman"/>
              </a:rPr>
              <a:t>Expected run total of half inning = ((1 - p(M2|M1)) * x)  + (p(M2|M1) * y) + previous runs</a:t>
            </a:r>
            <a:endParaRPr sz="1600">
              <a:solidFill>
                <a:schemeClr val="dk2"/>
              </a:solidFill>
              <a:latin typeface="Times New Roman"/>
              <a:ea typeface="Times New Roman"/>
              <a:cs typeface="Times New Roman"/>
              <a:sym typeface="Times New Roman"/>
            </a:endParaRPr>
          </a:p>
        </p:txBody>
      </p:sp>
      <p:cxnSp>
        <p:nvCxnSpPr>
          <p:cNvPr id="294" name="Google Shape;294;p37"/>
          <p:cNvCxnSpPr/>
          <p:nvPr/>
        </p:nvCxnSpPr>
        <p:spPr>
          <a:xfrm>
            <a:off x="3186450" y="2835925"/>
            <a:ext cx="5112900" cy="10200"/>
          </a:xfrm>
          <a:prstGeom prst="straightConnector1">
            <a:avLst/>
          </a:prstGeom>
          <a:noFill/>
          <a:ln cap="flat" cmpd="sng" w="9525">
            <a:solidFill>
              <a:schemeClr val="dk2"/>
            </a:solidFill>
            <a:prstDash val="solid"/>
            <a:round/>
            <a:headEnd len="med" w="med" type="none"/>
            <a:tailEnd len="med" w="med" type="triangle"/>
          </a:ln>
        </p:spPr>
      </p:cxnSp>
      <p:cxnSp>
        <p:nvCxnSpPr>
          <p:cNvPr id="295" name="Google Shape;295;p37"/>
          <p:cNvCxnSpPr/>
          <p:nvPr/>
        </p:nvCxnSpPr>
        <p:spPr>
          <a:xfrm>
            <a:off x="5738475" y="2485263"/>
            <a:ext cx="2562600" cy="3900"/>
          </a:xfrm>
          <a:prstGeom prst="straightConnector1">
            <a:avLst/>
          </a:prstGeom>
          <a:noFill/>
          <a:ln cap="flat" cmpd="sng" w="9525">
            <a:solidFill>
              <a:schemeClr val="dk2"/>
            </a:solidFill>
            <a:prstDash val="solid"/>
            <a:round/>
            <a:headEnd len="med" w="med" type="none"/>
            <a:tailEnd len="med" w="med" type="triangle"/>
          </a:ln>
        </p:spPr>
      </p:cxnSp>
      <p:sp>
        <p:nvSpPr>
          <p:cNvPr id="296" name="Google Shape;296;p37"/>
          <p:cNvSpPr txBox="1"/>
          <p:nvPr/>
        </p:nvSpPr>
        <p:spPr>
          <a:xfrm>
            <a:off x="6816225" y="2415025"/>
            <a:ext cx="4071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600">
                <a:solidFill>
                  <a:schemeClr val="dk2"/>
                </a:solidFill>
                <a:latin typeface="Times New Roman"/>
                <a:ea typeface="Times New Roman"/>
                <a:cs typeface="Times New Roman"/>
                <a:sym typeface="Times New Roman"/>
              </a:rPr>
              <a:t>y</a:t>
            </a:r>
            <a:endParaRPr sz="1600">
              <a:solidFill>
                <a:schemeClr val="dk2"/>
              </a:solidFill>
              <a:latin typeface="Times New Roman"/>
              <a:ea typeface="Times New Roman"/>
              <a:cs typeface="Times New Roman"/>
              <a:sym typeface="Times New Roman"/>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0" name="Shape 300"/>
        <p:cNvGrpSpPr/>
        <p:nvPr/>
      </p:nvGrpSpPr>
      <p:grpSpPr>
        <a:xfrm>
          <a:off x="0" y="0"/>
          <a:ext cx="0" cy="0"/>
          <a:chOff x="0" y="0"/>
          <a:chExt cx="0" cy="0"/>
        </a:xfrm>
      </p:grpSpPr>
      <p:sp>
        <p:nvSpPr>
          <p:cNvPr id="301" name="Google Shape;301;p3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Example - Brewers Bottom 2nd</a:t>
            </a:r>
            <a:endParaRPr/>
          </a:p>
        </p:txBody>
      </p:sp>
      <p:sp>
        <p:nvSpPr>
          <p:cNvPr id="302" name="Google Shape;302;p38"/>
          <p:cNvSpPr txBox="1"/>
          <p:nvPr>
            <p:ph idx="1" type="body"/>
          </p:nvPr>
        </p:nvSpPr>
        <p:spPr>
          <a:xfrm>
            <a:off x="311700" y="1226950"/>
            <a:ext cx="5777400" cy="3916500"/>
          </a:xfrm>
          <a:prstGeom prst="rect">
            <a:avLst/>
          </a:prstGeom>
        </p:spPr>
        <p:txBody>
          <a:bodyPr anchorCtr="0" anchor="t" bIns="91425" lIns="91425" spcFirstLastPara="1" rIns="91425" wrap="square" tIns="91425">
            <a:noAutofit/>
          </a:bodyPr>
          <a:lstStyle/>
          <a:p>
            <a:pPr indent="-347028" lvl="0" marL="457200" rtl="0" algn="l">
              <a:lnSpc>
                <a:spcPct val="95000"/>
              </a:lnSpc>
              <a:spcBef>
                <a:spcPts val="0"/>
              </a:spcBef>
              <a:spcAft>
                <a:spcPts val="0"/>
              </a:spcAft>
              <a:buSzPts val="1865"/>
              <a:buFont typeface="Times New Roman"/>
              <a:buAutoNum type="arabicPeriod"/>
            </a:pPr>
            <a:r>
              <a:rPr lang="en" sz="1865">
                <a:latin typeface="Times New Roman"/>
                <a:ea typeface="Times New Roman"/>
                <a:cs typeface="Times New Roman"/>
                <a:sym typeface="Times New Roman"/>
              </a:rPr>
              <a:t>Omar Narvaez at bat: A strike is mistakenly called a ball to make it 1-1</a:t>
            </a:r>
            <a:endParaRPr sz="1865">
              <a:latin typeface="Times New Roman"/>
              <a:ea typeface="Times New Roman"/>
              <a:cs typeface="Times New Roman"/>
              <a:sym typeface="Times New Roman"/>
            </a:endParaRPr>
          </a:p>
          <a:p>
            <a:pPr indent="-347028" lvl="0" marL="457200" rtl="0" algn="l">
              <a:lnSpc>
                <a:spcPct val="95000"/>
              </a:lnSpc>
              <a:spcBef>
                <a:spcPts val="0"/>
              </a:spcBef>
              <a:spcAft>
                <a:spcPts val="0"/>
              </a:spcAft>
              <a:buSzPts val="1865"/>
              <a:buFont typeface="Times New Roman"/>
              <a:buAutoNum type="arabicPeriod"/>
            </a:pPr>
            <a:r>
              <a:rPr lang="en" sz="1865">
                <a:latin typeface="Times New Roman"/>
                <a:ea typeface="Times New Roman"/>
                <a:cs typeface="Times New Roman"/>
                <a:sym typeface="Times New Roman"/>
              </a:rPr>
              <a:t>Christian</a:t>
            </a:r>
            <a:r>
              <a:rPr lang="en" sz="1865">
                <a:latin typeface="Times New Roman"/>
                <a:ea typeface="Times New Roman"/>
                <a:cs typeface="Times New Roman"/>
                <a:sym typeface="Times New Roman"/>
              </a:rPr>
              <a:t> Yelich at bat: A strike is mistakenly called a ball to make it 1-0</a:t>
            </a:r>
            <a:endParaRPr sz="1865">
              <a:latin typeface="Times New Roman"/>
              <a:ea typeface="Times New Roman"/>
              <a:cs typeface="Times New Roman"/>
              <a:sym typeface="Times New Roman"/>
            </a:endParaRPr>
          </a:p>
          <a:p>
            <a:pPr indent="-347028" lvl="0" marL="457200" rtl="0" algn="l">
              <a:lnSpc>
                <a:spcPct val="95000"/>
              </a:lnSpc>
              <a:spcBef>
                <a:spcPts val="0"/>
              </a:spcBef>
              <a:spcAft>
                <a:spcPts val="0"/>
              </a:spcAft>
              <a:buSzPts val="1865"/>
              <a:buFont typeface="Times New Roman"/>
              <a:buAutoNum type="arabicPeriod"/>
            </a:pPr>
            <a:r>
              <a:rPr lang="en" sz="1865">
                <a:latin typeface="Times New Roman"/>
                <a:ea typeface="Times New Roman"/>
                <a:cs typeface="Times New Roman"/>
                <a:sym typeface="Times New Roman"/>
              </a:rPr>
              <a:t>In total, the Brewers scored 3 runs, all of which came after the mistakes</a:t>
            </a:r>
            <a:endParaRPr sz="1865">
              <a:latin typeface="Times New Roman"/>
              <a:ea typeface="Times New Roman"/>
              <a:cs typeface="Times New Roman"/>
              <a:sym typeface="Times New Roman"/>
            </a:endParaRPr>
          </a:p>
          <a:p>
            <a:pPr indent="0" lvl="0" marL="0" rtl="0" algn="l">
              <a:lnSpc>
                <a:spcPct val="95000"/>
              </a:lnSpc>
              <a:spcBef>
                <a:spcPts val="1200"/>
              </a:spcBef>
              <a:spcAft>
                <a:spcPts val="0"/>
              </a:spcAft>
              <a:buSzPts val="1018"/>
              <a:buNone/>
            </a:pPr>
            <a:r>
              <a:rPr lang="en" sz="1865">
                <a:latin typeface="Times New Roman"/>
                <a:ea typeface="Times New Roman"/>
                <a:cs typeface="Times New Roman"/>
                <a:sym typeface="Times New Roman"/>
              </a:rPr>
              <a:t>Simulation</a:t>
            </a:r>
            <a:endParaRPr sz="1865">
              <a:latin typeface="Times New Roman"/>
              <a:ea typeface="Times New Roman"/>
              <a:cs typeface="Times New Roman"/>
              <a:sym typeface="Times New Roman"/>
            </a:endParaRPr>
          </a:p>
          <a:p>
            <a:pPr indent="-347028" lvl="0" marL="457200" rtl="0" algn="l">
              <a:lnSpc>
                <a:spcPct val="95000"/>
              </a:lnSpc>
              <a:spcBef>
                <a:spcPts val="1200"/>
              </a:spcBef>
              <a:spcAft>
                <a:spcPts val="0"/>
              </a:spcAft>
              <a:buSzPts val="1865"/>
              <a:buFont typeface="Times New Roman"/>
              <a:buAutoNum type="arabicPeriod"/>
            </a:pPr>
            <a:r>
              <a:rPr lang="en" sz="1865">
                <a:latin typeface="Times New Roman"/>
                <a:ea typeface="Times New Roman"/>
                <a:cs typeface="Times New Roman"/>
                <a:sym typeface="Times New Roman"/>
              </a:rPr>
              <a:t>0.83 expected runs after Narvaez</a:t>
            </a:r>
            <a:endParaRPr sz="1865">
              <a:latin typeface="Times New Roman"/>
              <a:ea typeface="Times New Roman"/>
              <a:cs typeface="Times New Roman"/>
              <a:sym typeface="Times New Roman"/>
            </a:endParaRPr>
          </a:p>
          <a:p>
            <a:pPr indent="-347028" lvl="0" marL="457200" rtl="0" algn="l">
              <a:lnSpc>
                <a:spcPct val="95000"/>
              </a:lnSpc>
              <a:spcBef>
                <a:spcPts val="0"/>
              </a:spcBef>
              <a:spcAft>
                <a:spcPts val="0"/>
              </a:spcAft>
              <a:buSzPts val="1865"/>
              <a:buFont typeface="Times New Roman"/>
              <a:buAutoNum type="arabicPeriod"/>
            </a:pPr>
            <a:r>
              <a:rPr lang="en" sz="1865">
                <a:latin typeface="Times New Roman"/>
                <a:ea typeface="Times New Roman"/>
                <a:cs typeface="Times New Roman"/>
                <a:sym typeface="Times New Roman"/>
              </a:rPr>
              <a:t>1.08 expected runs after Yelich</a:t>
            </a:r>
            <a:endParaRPr sz="1865">
              <a:latin typeface="Times New Roman"/>
              <a:ea typeface="Times New Roman"/>
              <a:cs typeface="Times New Roman"/>
              <a:sym typeface="Times New Roman"/>
            </a:endParaRPr>
          </a:p>
          <a:p>
            <a:pPr indent="-347028" lvl="0" marL="457200" rtl="0" algn="l">
              <a:lnSpc>
                <a:spcPct val="95000"/>
              </a:lnSpc>
              <a:spcBef>
                <a:spcPts val="0"/>
              </a:spcBef>
              <a:spcAft>
                <a:spcPts val="0"/>
              </a:spcAft>
              <a:buSzPts val="1865"/>
              <a:buFont typeface="Times New Roman"/>
              <a:buAutoNum type="arabicPeriod"/>
            </a:pPr>
            <a:r>
              <a:rPr lang="en" sz="1865">
                <a:latin typeface="Times New Roman"/>
                <a:ea typeface="Times New Roman"/>
                <a:cs typeface="Times New Roman"/>
                <a:sym typeface="Times New Roman"/>
              </a:rPr>
              <a:t>((1.08 * 0.0625 * 0.157) + (0.83 * 1- (</a:t>
            </a:r>
            <a:r>
              <a:rPr lang="en" sz="1865">
                <a:latin typeface="Times New Roman"/>
                <a:ea typeface="Times New Roman"/>
                <a:cs typeface="Times New Roman"/>
                <a:sym typeface="Times New Roman"/>
              </a:rPr>
              <a:t>0.0625 * 0.157</a:t>
            </a:r>
            <a:r>
              <a:rPr lang="en" sz="1865">
                <a:latin typeface="Times New Roman"/>
                <a:ea typeface="Times New Roman"/>
                <a:cs typeface="Times New Roman"/>
                <a:sym typeface="Times New Roman"/>
              </a:rPr>
              <a:t>)))/1.22 = 0.68 expected runs in the inning</a:t>
            </a:r>
            <a:endParaRPr sz="1865">
              <a:latin typeface="Times New Roman"/>
              <a:ea typeface="Times New Roman"/>
              <a:cs typeface="Times New Roman"/>
              <a:sym typeface="Times New Roman"/>
            </a:endParaRPr>
          </a:p>
          <a:p>
            <a:pPr indent="-323532" lvl="1" marL="914400" rtl="0" algn="l">
              <a:lnSpc>
                <a:spcPct val="95000"/>
              </a:lnSpc>
              <a:spcBef>
                <a:spcPts val="0"/>
              </a:spcBef>
              <a:spcAft>
                <a:spcPts val="0"/>
              </a:spcAft>
              <a:buSzPts val="1495"/>
              <a:buFont typeface="Times New Roman"/>
              <a:buAutoNum type="alphaLcPeriod"/>
            </a:pPr>
            <a:r>
              <a:rPr lang="en" sz="1495">
                <a:latin typeface="Times New Roman"/>
                <a:ea typeface="Times New Roman"/>
                <a:cs typeface="Times New Roman"/>
                <a:sym typeface="Times New Roman"/>
              </a:rPr>
              <a:t>1.22 adjusts for above average pitcher</a:t>
            </a:r>
            <a:endParaRPr sz="1495">
              <a:latin typeface="Times New Roman"/>
              <a:ea typeface="Times New Roman"/>
              <a:cs typeface="Times New Roman"/>
              <a:sym typeface="Times New Roman"/>
            </a:endParaRPr>
          </a:p>
        </p:txBody>
      </p:sp>
      <p:pic>
        <p:nvPicPr>
          <p:cNvPr id="303" name="Google Shape;303;p38"/>
          <p:cNvPicPr preferRelativeResize="0"/>
          <p:nvPr/>
        </p:nvPicPr>
        <p:blipFill>
          <a:blip r:embed="rId3">
            <a:alphaModFix/>
          </a:blip>
          <a:stretch>
            <a:fillRect/>
          </a:stretch>
        </p:blipFill>
        <p:spPr>
          <a:xfrm>
            <a:off x="6405083" y="1226938"/>
            <a:ext cx="2043716" cy="1532787"/>
          </a:xfrm>
          <a:prstGeom prst="rect">
            <a:avLst/>
          </a:prstGeom>
          <a:noFill/>
          <a:ln>
            <a:noFill/>
          </a:ln>
        </p:spPr>
      </p:pic>
      <p:pic>
        <p:nvPicPr>
          <p:cNvPr id="304" name="Google Shape;304;p38"/>
          <p:cNvPicPr preferRelativeResize="0"/>
          <p:nvPr/>
        </p:nvPicPr>
        <p:blipFill>
          <a:blip r:embed="rId4">
            <a:alphaModFix/>
          </a:blip>
          <a:stretch>
            <a:fillRect/>
          </a:stretch>
        </p:blipFill>
        <p:spPr>
          <a:xfrm>
            <a:off x="6405075" y="2968950"/>
            <a:ext cx="2043725" cy="1362490"/>
          </a:xfrm>
          <a:prstGeom prst="rect">
            <a:avLst/>
          </a:prstGeom>
          <a:noFill/>
          <a:ln>
            <a:noFill/>
          </a:ln>
        </p:spPr>
      </p:pic>
      <p:pic>
        <p:nvPicPr>
          <p:cNvPr id="305" name="Google Shape;305;p38"/>
          <p:cNvPicPr preferRelativeResize="0"/>
          <p:nvPr/>
        </p:nvPicPr>
        <p:blipFill rotWithShape="1">
          <a:blip r:embed="rId5">
            <a:alphaModFix/>
          </a:blip>
          <a:srcRect b="0" l="0" r="0" t="0"/>
          <a:stretch/>
        </p:blipFill>
        <p:spPr>
          <a:xfrm>
            <a:off x="8036725" y="4407694"/>
            <a:ext cx="1107281" cy="735806"/>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9" name="Shape 309"/>
        <p:cNvGrpSpPr/>
        <p:nvPr/>
      </p:nvGrpSpPr>
      <p:grpSpPr>
        <a:xfrm>
          <a:off x="0" y="0"/>
          <a:ext cx="0" cy="0"/>
          <a:chOff x="0" y="0"/>
          <a:chExt cx="0" cy="0"/>
        </a:xfrm>
      </p:grpSpPr>
      <p:sp>
        <p:nvSpPr>
          <p:cNvPr id="310" name="Google Shape;310;p3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3 Relevant Mistakes in One Inning</a:t>
            </a:r>
            <a:endParaRPr/>
          </a:p>
        </p:txBody>
      </p:sp>
      <p:sp>
        <p:nvSpPr>
          <p:cNvPr id="311" name="Google Shape;311;p39"/>
          <p:cNvSpPr txBox="1"/>
          <p:nvPr>
            <p:ph idx="1" type="body"/>
          </p:nvPr>
        </p:nvSpPr>
        <p:spPr>
          <a:xfrm>
            <a:off x="311700" y="1067750"/>
            <a:ext cx="7725000" cy="37956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770"/>
              <a:buNone/>
            </a:pPr>
            <a:r>
              <a:rPr lang="en" sz="1860">
                <a:solidFill>
                  <a:srgbClr val="595959"/>
                </a:solidFill>
                <a:latin typeface="Times New Roman"/>
                <a:ea typeface="Times New Roman"/>
                <a:cs typeface="Times New Roman"/>
                <a:sym typeface="Times New Roman"/>
              </a:rPr>
              <a:t>O</a:t>
            </a:r>
            <a:r>
              <a:rPr lang="en" sz="1860">
                <a:solidFill>
                  <a:srgbClr val="595959"/>
                </a:solidFill>
                <a:latin typeface="Times New Roman"/>
                <a:ea typeface="Times New Roman"/>
                <a:cs typeface="Times New Roman"/>
                <a:sym typeface="Times New Roman"/>
              </a:rPr>
              <a:t>nly occurs once, Yankees batting in the top of the 2nd. They scored 2 runs in the inning:</a:t>
            </a:r>
            <a:endParaRPr sz="1860">
              <a:solidFill>
                <a:srgbClr val="595959"/>
              </a:solidFill>
              <a:latin typeface="Times New Roman"/>
              <a:ea typeface="Times New Roman"/>
              <a:cs typeface="Times New Roman"/>
              <a:sym typeface="Times New Roman"/>
            </a:endParaRPr>
          </a:p>
          <a:p>
            <a:pPr indent="-346710" lvl="0" marL="457200" rtl="0" algn="l">
              <a:lnSpc>
                <a:spcPct val="115000"/>
              </a:lnSpc>
              <a:spcBef>
                <a:spcPts val="1200"/>
              </a:spcBef>
              <a:spcAft>
                <a:spcPts val="0"/>
              </a:spcAft>
              <a:buClr>
                <a:srgbClr val="595959"/>
              </a:buClr>
              <a:buSzPts val="1860"/>
              <a:buFont typeface="Times New Roman"/>
              <a:buAutoNum type="arabicPeriod"/>
            </a:pPr>
            <a:r>
              <a:rPr lang="en" sz="1860">
                <a:solidFill>
                  <a:srgbClr val="595959"/>
                </a:solidFill>
                <a:latin typeface="Times New Roman"/>
                <a:ea typeface="Times New Roman"/>
                <a:cs typeface="Times New Roman"/>
                <a:sym typeface="Times New Roman"/>
              </a:rPr>
              <a:t>Aaron Judge 0-1 count that should have been 1-0</a:t>
            </a:r>
            <a:endParaRPr sz="1860">
              <a:solidFill>
                <a:srgbClr val="595959"/>
              </a:solidFill>
              <a:latin typeface="Times New Roman"/>
              <a:ea typeface="Times New Roman"/>
              <a:cs typeface="Times New Roman"/>
              <a:sym typeface="Times New Roman"/>
            </a:endParaRPr>
          </a:p>
          <a:p>
            <a:pPr indent="-328930" lvl="1" marL="914400" rtl="0" algn="l">
              <a:lnSpc>
                <a:spcPct val="115000"/>
              </a:lnSpc>
              <a:spcBef>
                <a:spcPts val="0"/>
              </a:spcBef>
              <a:spcAft>
                <a:spcPts val="0"/>
              </a:spcAft>
              <a:buClr>
                <a:srgbClr val="595959"/>
              </a:buClr>
              <a:buSzPts val="1580"/>
              <a:buFont typeface="Times New Roman"/>
              <a:buAutoNum type="alphaLcPeriod"/>
            </a:pPr>
            <a:r>
              <a:rPr lang="en" sz="1580">
                <a:solidFill>
                  <a:srgbClr val="595959"/>
                </a:solidFill>
                <a:latin typeface="Times New Roman"/>
                <a:ea typeface="Times New Roman"/>
                <a:cs typeface="Times New Roman"/>
                <a:sym typeface="Times New Roman"/>
              </a:rPr>
              <a:t>Umpire call harmed Judge </a:t>
            </a:r>
            <a:r>
              <a:rPr lang="en" sz="1580">
                <a:solidFill>
                  <a:srgbClr val="595959"/>
                </a:solidFill>
                <a:latin typeface="Times New Roman"/>
                <a:ea typeface="Times New Roman"/>
                <a:cs typeface="Times New Roman"/>
                <a:sym typeface="Times New Roman"/>
              </a:rPr>
              <a:t>→ expected runs after corrected call 1.08</a:t>
            </a:r>
            <a:r>
              <a:rPr lang="en" sz="1580">
                <a:solidFill>
                  <a:srgbClr val="595959"/>
                </a:solidFill>
                <a:latin typeface="Times New Roman"/>
                <a:ea typeface="Times New Roman"/>
                <a:cs typeface="Times New Roman"/>
                <a:sym typeface="Times New Roman"/>
              </a:rPr>
              <a:t> before pitcher adjustment</a:t>
            </a:r>
            <a:endParaRPr sz="1580">
              <a:solidFill>
                <a:srgbClr val="595959"/>
              </a:solidFill>
              <a:latin typeface="Times New Roman"/>
              <a:ea typeface="Times New Roman"/>
              <a:cs typeface="Times New Roman"/>
              <a:sym typeface="Times New Roman"/>
            </a:endParaRPr>
          </a:p>
          <a:p>
            <a:pPr indent="-346710" lvl="0" marL="457200" rtl="0" algn="l">
              <a:lnSpc>
                <a:spcPct val="115000"/>
              </a:lnSpc>
              <a:spcBef>
                <a:spcPts val="0"/>
              </a:spcBef>
              <a:spcAft>
                <a:spcPts val="0"/>
              </a:spcAft>
              <a:buClr>
                <a:srgbClr val="595959"/>
              </a:buClr>
              <a:buSzPts val="1860"/>
              <a:buFont typeface="Times New Roman"/>
              <a:buAutoNum type="arabicPeriod"/>
            </a:pPr>
            <a:r>
              <a:rPr lang="en" sz="1860">
                <a:solidFill>
                  <a:srgbClr val="595959"/>
                </a:solidFill>
                <a:latin typeface="Times New Roman"/>
                <a:ea typeface="Times New Roman"/>
                <a:cs typeface="Times New Roman"/>
                <a:sym typeface="Times New Roman"/>
              </a:rPr>
              <a:t>Oswaldo Cabrera 3-1 count that should have been 2-2</a:t>
            </a:r>
            <a:endParaRPr sz="1860">
              <a:solidFill>
                <a:srgbClr val="595959"/>
              </a:solidFill>
              <a:latin typeface="Times New Roman"/>
              <a:ea typeface="Times New Roman"/>
              <a:cs typeface="Times New Roman"/>
              <a:sym typeface="Times New Roman"/>
            </a:endParaRPr>
          </a:p>
          <a:p>
            <a:pPr indent="-328930" lvl="1" marL="914400" rtl="0" algn="l">
              <a:lnSpc>
                <a:spcPct val="115000"/>
              </a:lnSpc>
              <a:spcBef>
                <a:spcPts val="0"/>
              </a:spcBef>
              <a:spcAft>
                <a:spcPts val="0"/>
              </a:spcAft>
              <a:buClr>
                <a:srgbClr val="595959"/>
              </a:buClr>
              <a:buSzPts val="1580"/>
              <a:buFont typeface="Times New Roman"/>
              <a:buAutoNum type="alphaLcPeriod"/>
            </a:pPr>
            <a:r>
              <a:rPr lang="en" sz="1580">
                <a:solidFill>
                  <a:srgbClr val="595959"/>
                </a:solidFill>
                <a:latin typeface="Times New Roman"/>
                <a:ea typeface="Times New Roman"/>
                <a:cs typeface="Times New Roman"/>
                <a:sym typeface="Times New Roman"/>
              </a:rPr>
              <a:t>Umpire call benefited Cabrera → expected runs after corrected call = 0.27 before pitcher adjustment</a:t>
            </a:r>
            <a:endParaRPr sz="1580">
              <a:solidFill>
                <a:srgbClr val="595959"/>
              </a:solidFill>
              <a:latin typeface="Times New Roman"/>
              <a:ea typeface="Times New Roman"/>
              <a:cs typeface="Times New Roman"/>
              <a:sym typeface="Times New Roman"/>
            </a:endParaRPr>
          </a:p>
          <a:p>
            <a:pPr indent="-346710" lvl="0" marL="457200" rtl="0" algn="l">
              <a:lnSpc>
                <a:spcPct val="115000"/>
              </a:lnSpc>
              <a:spcBef>
                <a:spcPts val="0"/>
              </a:spcBef>
              <a:spcAft>
                <a:spcPts val="0"/>
              </a:spcAft>
              <a:buClr>
                <a:srgbClr val="595959"/>
              </a:buClr>
              <a:buSzPts val="1860"/>
              <a:buFont typeface="Times New Roman"/>
              <a:buAutoNum type="arabicPeriod"/>
            </a:pPr>
            <a:r>
              <a:rPr lang="en" sz="1860">
                <a:solidFill>
                  <a:srgbClr val="595959"/>
                </a:solidFill>
                <a:latin typeface="Times New Roman"/>
                <a:ea typeface="Times New Roman"/>
                <a:cs typeface="Times New Roman"/>
                <a:sym typeface="Times New Roman"/>
              </a:rPr>
              <a:t>Isiah</a:t>
            </a:r>
            <a:r>
              <a:rPr lang="en" sz="1860">
                <a:solidFill>
                  <a:srgbClr val="595959"/>
                </a:solidFill>
                <a:latin typeface="Times New Roman"/>
                <a:ea typeface="Times New Roman"/>
                <a:cs typeface="Times New Roman"/>
                <a:sym typeface="Times New Roman"/>
              </a:rPr>
              <a:t> Kiner-Falefa 0-1 count that should have </a:t>
            </a:r>
            <a:r>
              <a:rPr lang="en" sz="1860">
                <a:solidFill>
                  <a:srgbClr val="595959"/>
                </a:solidFill>
                <a:latin typeface="Times New Roman"/>
                <a:ea typeface="Times New Roman"/>
                <a:cs typeface="Times New Roman"/>
                <a:sym typeface="Times New Roman"/>
              </a:rPr>
              <a:t>been</a:t>
            </a:r>
            <a:r>
              <a:rPr lang="en" sz="1860">
                <a:solidFill>
                  <a:srgbClr val="595959"/>
                </a:solidFill>
                <a:latin typeface="Times New Roman"/>
                <a:ea typeface="Times New Roman"/>
                <a:cs typeface="Times New Roman"/>
                <a:sym typeface="Times New Roman"/>
              </a:rPr>
              <a:t> 1-0</a:t>
            </a:r>
            <a:endParaRPr sz="1860">
              <a:solidFill>
                <a:srgbClr val="595959"/>
              </a:solidFill>
              <a:latin typeface="Times New Roman"/>
              <a:ea typeface="Times New Roman"/>
              <a:cs typeface="Times New Roman"/>
              <a:sym typeface="Times New Roman"/>
            </a:endParaRPr>
          </a:p>
          <a:p>
            <a:pPr indent="-328930" lvl="1" marL="914400" rtl="0" algn="l">
              <a:lnSpc>
                <a:spcPct val="115000"/>
              </a:lnSpc>
              <a:spcBef>
                <a:spcPts val="0"/>
              </a:spcBef>
              <a:spcAft>
                <a:spcPts val="0"/>
              </a:spcAft>
              <a:buClr>
                <a:srgbClr val="595959"/>
              </a:buClr>
              <a:buSzPts val="1580"/>
              <a:buFont typeface="Times New Roman"/>
              <a:buAutoNum type="alphaLcPeriod"/>
            </a:pPr>
            <a:r>
              <a:rPr lang="en" sz="1580">
                <a:solidFill>
                  <a:srgbClr val="595959"/>
                </a:solidFill>
                <a:latin typeface="Times New Roman"/>
                <a:ea typeface="Times New Roman"/>
                <a:cs typeface="Times New Roman"/>
                <a:sym typeface="Times New Roman"/>
              </a:rPr>
              <a:t>Umpire call harmed Kiner-Falefa → expected runs after corrected call = 0.33 before pitcher adjustment</a:t>
            </a:r>
            <a:endParaRPr sz="1860">
              <a:solidFill>
                <a:srgbClr val="595959"/>
              </a:solidFill>
            </a:endParaRPr>
          </a:p>
        </p:txBody>
      </p:sp>
      <p:pic>
        <p:nvPicPr>
          <p:cNvPr id="312" name="Google Shape;312;p39"/>
          <p:cNvPicPr preferRelativeResize="0"/>
          <p:nvPr/>
        </p:nvPicPr>
        <p:blipFill rotWithShape="1">
          <a:blip r:embed="rId3">
            <a:alphaModFix/>
          </a:blip>
          <a:srcRect b="0" l="0" r="0" t="0"/>
          <a:stretch/>
        </p:blipFill>
        <p:spPr>
          <a:xfrm>
            <a:off x="8036725" y="4407694"/>
            <a:ext cx="1107281" cy="735806"/>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6" name="Shape 316"/>
        <p:cNvGrpSpPr/>
        <p:nvPr/>
      </p:nvGrpSpPr>
      <p:grpSpPr>
        <a:xfrm>
          <a:off x="0" y="0"/>
          <a:ext cx="0" cy="0"/>
          <a:chOff x="0" y="0"/>
          <a:chExt cx="0" cy="0"/>
        </a:xfrm>
      </p:grpSpPr>
      <p:sp>
        <p:nvSpPr>
          <p:cNvPr id="317" name="Google Shape;317;p4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3 Relevant Mistakes in One Inning</a:t>
            </a:r>
            <a:endParaRPr/>
          </a:p>
        </p:txBody>
      </p:sp>
      <p:sp>
        <p:nvSpPr>
          <p:cNvPr id="318" name="Google Shape;318;p40"/>
          <p:cNvSpPr txBox="1"/>
          <p:nvPr>
            <p:ph idx="1" type="body"/>
          </p:nvPr>
        </p:nvSpPr>
        <p:spPr>
          <a:xfrm>
            <a:off x="311700" y="1067750"/>
            <a:ext cx="5454600" cy="3795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860">
                <a:solidFill>
                  <a:srgbClr val="595959"/>
                </a:solidFill>
                <a:latin typeface="Times New Roman"/>
                <a:ea typeface="Times New Roman"/>
                <a:cs typeface="Times New Roman"/>
                <a:sym typeface="Times New Roman"/>
              </a:rPr>
              <a:t>How we handled it:</a:t>
            </a:r>
            <a:endParaRPr sz="1860">
              <a:solidFill>
                <a:srgbClr val="595959"/>
              </a:solidFill>
              <a:latin typeface="Times New Roman"/>
              <a:ea typeface="Times New Roman"/>
              <a:cs typeface="Times New Roman"/>
              <a:sym typeface="Times New Roman"/>
            </a:endParaRPr>
          </a:p>
          <a:p>
            <a:pPr indent="-346710" lvl="0" marL="457200" rtl="0" algn="l">
              <a:spcBef>
                <a:spcPts val="1200"/>
              </a:spcBef>
              <a:spcAft>
                <a:spcPts val="0"/>
              </a:spcAft>
              <a:buClr>
                <a:srgbClr val="595959"/>
              </a:buClr>
              <a:buSzPts val="1860"/>
              <a:buFont typeface="Times New Roman"/>
              <a:buAutoNum type="arabicPeriod"/>
            </a:pPr>
            <a:r>
              <a:rPr lang="en" sz="1860">
                <a:solidFill>
                  <a:srgbClr val="595959"/>
                </a:solidFill>
                <a:latin typeface="Times New Roman"/>
                <a:ea typeface="Times New Roman"/>
                <a:cs typeface="Times New Roman"/>
                <a:sym typeface="Times New Roman"/>
              </a:rPr>
              <a:t>Judge’s expected runs is less than the actual runs and the call was harmful, so we used the actual run result following his plate appearance (2 runs)</a:t>
            </a:r>
            <a:endParaRPr sz="1860">
              <a:solidFill>
                <a:srgbClr val="595959"/>
              </a:solidFill>
              <a:latin typeface="Times New Roman"/>
              <a:ea typeface="Times New Roman"/>
              <a:cs typeface="Times New Roman"/>
              <a:sym typeface="Times New Roman"/>
            </a:endParaRPr>
          </a:p>
          <a:p>
            <a:pPr indent="-346710" lvl="0" marL="457200" rtl="0" algn="l">
              <a:spcBef>
                <a:spcPts val="0"/>
              </a:spcBef>
              <a:spcAft>
                <a:spcPts val="0"/>
              </a:spcAft>
              <a:buClr>
                <a:srgbClr val="595959"/>
              </a:buClr>
              <a:buSzPts val="1860"/>
              <a:buFont typeface="Times New Roman"/>
              <a:buAutoNum type="arabicPeriod"/>
            </a:pPr>
            <a:r>
              <a:rPr lang="en" sz="1860">
                <a:solidFill>
                  <a:srgbClr val="595959"/>
                </a:solidFill>
                <a:latin typeface="Times New Roman"/>
                <a:ea typeface="Times New Roman"/>
                <a:cs typeface="Times New Roman"/>
                <a:sym typeface="Times New Roman"/>
              </a:rPr>
              <a:t>Cabrera and Kiner-Falefa’s mistakes are consecutive and the expected run impacts of the mistakes are within 0.02 runs of each other, so they cancel each other out</a:t>
            </a:r>
            <a:endParaRPr sz="1860">
              <a:solidFill>
                <a:srgbClr val="595959"/>
              </a:solidFill>
              <a:latin typeface="Times New Roman"/>
              <a:ea typeface="Times New Roman"/>
              <a:cs typeface="Times New Roman"/>
              <a:sym typeface="Times New Roman"/>
            </a:endParaRPr>
          </a:p>
          <a:p>
            <a:pPr indent="-346710" lvl="0" marL="457200" rtl="0" algn="l">
              <a:spcBef>
                <a:spcPts val="0"/>
              </a:spcBef>
              <a:spcAft>
                <a:spcPts val="0"/>
              </a:spcAft>
              <a:buClr>
                <a:srgbClr val="595959"/>
              </a:buClr>
              <a:buSzPts val="1860"/>
              <a:buFont typeface="Times New Roman"/>
              <a:buAutoNum type="arabicPeriod"/>
            </a:pPr>
            <a:r>
              <a:rPr lang="en" sz="1860">
                <a:solidFill>
                  <a:srgbClr val="595959"/>
                </a:solidFill>
                <a:latin typeface="Times New Roman"/>
                <a:ea typeface="Times New Roman"/>
                <a:cs typeface="Times New Roman"/>
                <a:sym typeface="Times New Roman"/>
              </a:rPr>
              <a:t>Therefore, our run total for this inning was the actual run total of 2 runs</a:t>
            </a:r>
            <a:endParaRPr sz="1860">
              <a:solidFill>
                <a:srgbClr val="595959"/>
              </a:solidFill>
              <a:latin typeface="Times New Roman"/>
              <a:ea typeface="Times New Roman"/>
              <a:cs typeface="Times New Roman"/>
              <a:sym typeface="Times New Roman"/>
            </a:endParaRPr>
          </a:p>
        </p:txBody>
      </p:sp>
      <p:pic>
        <p:nvPicPr>
          <p:cNvPr id="319" name="Google Shape;319;p40"/>
          <p:cNvPicPr preferRelativeResize="0"/>
          <p:nvPr/>
        </p:nvPicPr>
        <p:blipFill rotWithShape="1">
          <a:blip r:embed="rId3">
            <a:alphaModFix/>
          </a:blip>
          <a:srcRect b="0" l="0" r="0" t="0"/>
          <a:stretch/>
        </p:blipFill>
        <p:spPr>
          <a:xfrm>
            <a:off x="8036725" y="4407694"/>
            <a:ext cx="1107281" cy="735806"/>
          </a:xfrm>
          <a:prstGeom prst="rect">
            <a:avLst/>
          </a:prstGeom>
          <a:noFill/>
          <a:ln>
            <a:noFill/>
          </a:ln>
        </p:spPr>
      </p:pic>
      <p:pic>
        <p:nvPicPr>
          <p:cNvPr id="320" name="Google Shape;320;p40"/>
          <p:cNvPicPr preferRelativeResize="0"/>
          <p:nvPr/>
        </p:nvPicPr>
        <p:blipFill>
          <a:blip r:embed="rId4">
            <a:alphaModFix/>
          </a:blip>
          <a:stretch>
            <a:fillRect/>
          </a:stretch>
        </p:blipFill>
        <p:spPr>
          <a:xfrm>
            <a:off x="5766300" y="1529161"/>
            <a:ext cx="3128525" cy="2085174"/>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4" name="Shape 324"/>
        <p:cNvGrpSpPr/>
        <p:nvPr/>
      </p:nvGrpSpPr>
      <p:grpSpPr>
        <a:xfrm>
          <a:off x="0" y="0"/>
          <a:ext cx="0" cy="0"/>
          <a:chOff x="0" y="0"/>
          <a:chExt cx="0" cy="0"/>
        </a:xfrm>
      </p:grpSpPr>
      <p:sp>
        <p:nvSpPr>
          <p:cNvPr id="325" name="Google Shape;325;p4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ctr">
              <a:lnSpc>
                <a:spcPct val="100000"/>
              </a:lnSpc>
              <a:spcBef>
                <a:spcPts val="0"/>
              </a:spcBef>
              <a:spcAft>
                <a:spcPts val="0"/>
              </a:spcAft>
              <a:buClr>
                <a:schemeClr val="lt1"/>
              </a:buClr>
              <a:buSzPct val="93333"/>
              <a:buFont typeface="Times New Roman"/>
              <a:buNone/>
            </a:pPr>
            <a:r>
              <a:rPr lang="en">
                <a:solidFill>
                  <a:schemeClr val="lt1"/>
                </a:solidFill>
                <a:latin typeface="Times New Roman"/>
                <a:ea typeface="Times New Roman"/>
                <a:cs typeface="Times New Roman"/>
                <a:sym typeface="Times New Roman"/>
              </a:rPr>
              <a:t>Background</a:t>
            </a:r>
            <a:endParaRPr/>
          </a:p>
        </p:txBody>
      </p:sp>
      <p:sp>
        <p:nvSpPr>
          <p:cNvPr id="326" name="Google Shape;326;p4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p>
            <a:pPr indent="0" lvl="0" marL="0" rtl="0" algn="l">
              <a:lnSpc>
                <a:spcPct val="150000"/>
              </a:lnSpc>
              <a:spcBef>
                <a:spcPts val="0"/>
              </a:spcBef>
              <a:spcAft>
                <a:spcPts val="0"/>
              </a:spcAft>
              <a:buNone/>
            </a:pPr>
            <a:r>
              <a:t/>
            </a:r>
            <a:endParaRPr sz="2200">
              <a:solidFill>
                <a:srgbClr val="244266"/>
              </a:solidFill>
              <a:latin typeface="Times New Roman"/>
              <a:ea typeface="Times New Roman"/>
              <a:cs typeface="Times New Roman"/>
              <a:sym typeface="Times New Roman"/>
            </a:endParaRPr>
          </a:p>
          <a:p>
            <a:pPr indent="0" lvl="0" marL="457200" rtl="0" algn="l">
              <a:lnSpc>
                <a:spcPct val="150000"/>
              </a:lnSpc>
              <a:spcBef>
                <a:spcPts val="1600"/>
              </a:spcBef>
              <a:spcAft>
                <a:spcPts val="0"/>
              </a:spcAft>
              <a:buNone/>
            </a:pPr>
            <a:r>
              <a:t/>
            </a:r>
            <a:endParaRPr sz="2200">
              <a:solidFill>
                <a:srgbClr val="244266"/>
              </a:solidFill>
              <a:latin typeface="Times New Roman"/>
              <a:ea typeface="Times New Roman"/>
              <a:cs typeface="Times New Roman"/>
              <a:sym typeface="Times New Roman"/>
            </a:endParaRPr>
          </a:p>
        </p:txBody>
      </p:sp>
      <p:pic>
        <p:nvPicPr>
          <p:cNvPr id="327" name="Google Shape;327;p41"/>
          <p:cNvPicPr preferRelativeResize="0"/>
          <p:nvPr/>
        </p:nvPicPr>
        <p:blipFill rotWithShape="1">
          <a:blip r:embed="rId3">
            <a:alphaModFix/>
          </a:blip>
          <a:srcRect b="0" l="0" r="0" t="0"/>
          <a:stretch/>
        </p:blipFill>
        <p:spPr>
          <a:xfrm>
            <a:off x="8036725" y="4407694"/>
            <a:ext cx="1107281" cy="735806"/>
          </a:xfrm>
          <a:prstGeom prst="rect">
            <a:avLst/>
          </a:prstGeom>
          <a:noFill/>
          <a:ln>
            <a:noFill/>
          </a:ln>
        </p:spPr>
      </p:pic>
      <p:pic>
        <p:nvPicPr>
          <p:cNvPr id="328" name="Google Shape;328;p41"/>
          <p:cNvPicPr preferRelativeResize="0"/>
          <p:nvPr/>
        </p:nvPicPr>
        <p:blipFill rotWithShape="1">
          <a:blip r:embed="rId3">
            <a:alphaModFix/>
          </a:blip>
          <a:srcRect b="0" l="0" r="0" t="0"/>
          <a:stretch/>
        </p:blipFill>
        <p:spPr>
          <a:xfrm>
            <a:off x="8036725" y="4407694"/>
            <a:ext cx="1107281" cy="735806"/>
          </a:xfrm>
          <a:prstGeom prst="rect">
            <a:avLst/>
          </a:prstGeom>
          <a:noFill/>
          <a:ln>
            <a:noFill/>
          </a:ln>
        </p:spPr>
      </p:pic>
      <p:pic>
        <p:nvPicPr>
          <p:cNvPr descr="VIDEO: Umpire Mike Winters Calls the Worst Strike 3 of All Time Against  Mets' Amed Rosario" id="329" name="Google Shape;329;p41"/>
          <p:cNvPicPr preferRelativeResize="0"/>
          <p:nvPr/>
        </p:nvPicPr>
        <p:blipFill>
          <a:blip r:embed="rId4">
            <a:alphaModFix/>
          </a:blip>
          <a:stretch>
            <a:fillRect/>
          </a:stretch>
        </p:blipFill>
        <p:spPr>
          <a:xfrm>
            <a:off x="1380200" y="1080025"/>
            <a:ext cx="6385051" cy="3591599"/>
          </a:xfrm>
          <a:prstGeom prst="rect">
            <a:avLst/>
          </a:prstGeom>
          <a:noFill/>
          <a:ln>
            <a:noFill/>
          </a:ln>
        </p:spPr>
      </p:pic>
      <p:sp>
        <p:nvSpPr>
          <p:cNvPr id="330" name="Google Shape;330;p4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Step 4: Simulation Results</a:t>
            </a:r>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4" name="Shape 334"/>
        <p:cNvGrpSpPr/>
        <p:nvPr/>
      </p:nvGrpSpPr>
      <p:grpSpPr>
        <a:xfrm>
          <a:off x="0" y="0"/>
          <a:ext cx="0" cy="0"/>
          <a:chOff x="0" y="0"/>
          <a:chExt cx="0" cy="0"/>
        </a:xfrm>
      </p:grpSpPr>
      <p:sp>
        <p:nvSpPr>
          <p:cNvPr id="335" name="Google Shape;335;p4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Results</a:t>
            </a:r>
            <a:endParaRPr/>
          </a:p>
        </p:txBody>
      </p:sp>
      <p:sp>
        <p:nvSpPr>
          <p:cNvPr id="336" name="Google Shape;336;p42"/>
          <p:cNvSpPr txBox="1"/>
          <p:nvPr>
            <p:ph idx="1" type="body"/>
          </p:nvPr>
        </p:nvSpPr>
        <p:spPr>
          <a:xfrm>
            <a:off x="311700" y="1152475"/>
            <a:ext cx="8832300" cy="3416400"/>
          </a:xfrm>
          <a:prstGeom prst="rect">
            <a:avLst/>
          </a:prstGeom>
          <a:noFill/>
          <a:ln>
            <a:noFill/>
          </a:ln>
        </p:spPr>
        <p:txBody>
          <a:bodyPr anchorCtr="0" anchor="t" bIns="91425" lIns="91425" spcFirstLastPara="1" rIns="91425" wrap="square" tIns="91425">
            <a:normAutofit/>
          </a:bodyPr>
          <a:lstStyle/>
          <a:p>
            <a:pPr indent="-368300" lvl="0" marL="457200" rtl="0" algn="l">
              <a:spcBef>
                <a:spcPts val="0"/>
              </a:spcBef>
              <a:spcAft>
                <a:spcPts val="0"/>
              </a:spcAft>
              <a:buSzPts val="2200"/>
              <a:buFont typeface="Times New Roman"/>
              <a:buChar char="●"/>
            </a:pPr>
            <a:r>
              <a:rPr lang="en" sz="2200">
                <a:latin typeface="Times New Roman"/>
                <a:ea typeface="Times New Roman"/>
                <a:cs typeface="Times New Roman"/>
                <a:sym typeface="Times New Roman"/>
              </a:rPr>
              <a:t>We recomputed the score of each half inning in which an umpire mistake occurred</a:t>
            </a:r>
            <a:endParaRPr sz="2200">
              <a:latin typeface="Times New Roman"/>
              <a:ea typeface="Times New Roman"/>
              <a:cs typeface="Times New Roman"/>
              <a:sym typeface="Times New Roman"/>
            </a:endParaRPr>
          </a:p>
          <a:p>
            <a:pPr indent="-368300" lvl="0" marL="457200" rtl="0" algn="l">
              <a:spcBef>
                <a:spcPts val="0"/>
              </a:spcBef>
              <a:spcAft>
                <a:spcPts val="0"/>
              </a:spcAft>
              <a:buSzPts val="2200"/>
              <a:buFont typeface="Times New Roman"/>
              <a:buChar char="●"/>
            </a:pPr>
            <a:r>
              <a:rPr lang="en" sz="2200">
                <a:latin typeface="Times New Roman"/>
                <a:ea typeface="Times New Roman"/>
                <a:cs typeface="Times New Roman"/>
                <a:sym typeface="Times New Roman"/>
              </a:rPr>
              <a:t>In order to compute an overall score, we summed the runs scored during innings in which there were no mistakes with our expected run total for each inning where a missed call was present</a:t>
            </a:r>
            <a:endParaRPr sz="2200">
              <a:latin typeface="Times New Roman"/>
              <a:ea typeface="Times New Roman"/>
              <a:cs typeface="Times New Roman"/>
              <a:sym typeface="Times New Roman"/>
            </a:endParaRPr>
          </a:p>
          <a:p>
            <a:pPr indent="-368300" lvl="0" marL="457200" rtl="0" algn="l">
              <a:spcBef>
                <a:spcPts val="0"/>
              </a:spcBef>
              <a:spcAft>
                <a:spcPts val="0"/>
              </a:spcAft>
              <a:buSzPts val="2200"/>
              <a:buFont typeface="Times New Roman"/>
              <a:buChar char="●"/>
            </a:pPr>
            <a:r>
              <a:rPr lang="en" sz="2200">
                <a:latin typeface="Times New Roman"/>
                <a:ea typeface="Times New Roman"/>
                <a:cs typeface="Times New Roman"/>
                <a:sym typeface="Times New Roman"/>
              </a:rPr>
              <a:t>This process is repeated for each team and then the new final scores are compared to </a:t>
            </a:r>
            <a:r>
              <a:rPr lang="en" sz="2200">
                <a:latin typeface="Times New Roman"/>
                <a:ea typeface="Times New Roman"/>
                <a:cs typeface="Times New Roman"/>
                <a:sym typeface="Times New Roman"/>
              </a:rPr>
              <a:t>determine</a:t>
            </a:r>
            <a:r>
              <a:rPr lang="en" sz="2200">
                <a:latin typeface="Times New Roman"/>
                <a:ea typeface="Times New Roman"/>
                <a:cs typeface="Times New Roman"/>
                <a:sym typeface="Times New Roman"/>
              </a:rPr>
              <a:t> the winner after correcting for umpire mistakes</a:t>
            </a:r>
            <a:endParaRPr sz="2200">
              <a:latin typeface="Times New Roman"/>
              <a:ea typeface="Times New Roman"/>
              <a:cs typeface="Times New Roman"/>
              <a:sym typeface="Times New Roman"/>
            </a:endParaRPr>
          </a:p>
          <a:p>
            <a:pPr indent="0" lvl="0" marL="0" rtl="0" algn="l">
              <a:spcBef>
                <a:spcPts val="1200"/>
              </a:spcBef>
              <a:spcAft>
                <a:spcPts val="1200"/>
              </a:spcAft>
              <a:buNone/>
            </a:pPr>
            <a:r>
              <a:t/>
            </a:r>
            <a:endParaRPr sz="2200">
              <a:latin typeface="Times New Roman"/>
              <a:ea typeface="Times New Roman"/>
              <a:cs typeface="Times New Roman"/>
              <a:sym typeface="Times New Roman"/>
            </a:endParaRPr>
          </a:p>
        </p:txBody>
      </p:sp>
      <p:pic>
        <p:nvPicPr>
          <p:cNvPr id="337" name="Google Shape;337;p42"/>
          <p:cNvPicPr preferRelativeResize="0"/>
          <p:nvPr/>
        </p:nvPicPr>
        <p:blipFill rotWithShape="1">
          <a:blip r:embed="rId3">
            <a:alphaModFix/>
          </a:blip>
          <a:srcRect b="0" l="0" r="0" t="0"/>
          <a:stretch/>
        </p:blipFill>
        <p:spPr>
          <a:xfrm>
            <a:off x="8036725" y="4407694"/>
            <a:ext cx="1107281" cy="735806"/>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1" name="Shape 341"/>
        <p:cNvGrpSpPr/>
        <p:nvPr/>
      </p:nvGrpSpPr>
      <p:grpSpPr>
        <a:xfrm>
          <a:off x="0" y="0"/>
          <a:ext cx="0" cy="0"/>
          <a:chOff x="0" y="0"/>
          <a:chExt cx="0" cy="0"/>
        </a:xfrm>
      </p:grpSpPr>
      <p:sp>
        <p:nvSpPr>
          <p:cNvPr id="342" name="Google Shape;342;p4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Giants vs. Braves</a:t>
            </a:r>
            <a:endParaRPr/>
          </a:p>
        </p:txBody>
      </p:sp>
      <p:sp>
        <p:nvSpPr>
          <p:cNvPr id="343" name="Google Shape;343;p43"/>
          <p:cNvSpPr txBox="1"/>
          <p:nvPr>
            <p:ph idx="1" type="body"/>
          </p:nvPr>
        </p:nvSpPr>
        <p:spPr>
          <a:xfrm>
            <a:off x="1370675" y="1196950"/>
            <a:ext cx="8520600" cy="34164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b="1" lang="en" sz="2400">
                <a:solidFill>
                  <a:srgbClr val="000000"/>
                </a:solidFill>
                <a:latin typeface="Arial"/>
                <a:ea typeface="Arial"/>
                <a:cs typeface="Arial"/>
                <a:sym typeface="Arial"/>
              </a:rPr>
              <a:t>Original Score:</a:t>
            </a:r>
            <a:endParaRPr b="1" sz="2400">
              <a:solidFill>
                <a:srgbClr val="000000"/>
              </a:solidFill>
              <a:latin typeface="Arial"/>
              <a:ea typeface="Arial"/>
              <a:cs typeface="Arial"/>
              <a:sym typeface="Arial"/>
            </a:endParaRPr>
          </a:p>
          <a:p>
            <a:pPr indent="0" lvl="0" marL="0" rtl="0" algn="ctr">
              <a:spcBef>
                <a:spcPts val="1200"/>
              </a:spcBef>
              <a:spcAft>
                <a:spcPts val="0"/>
              </a:spcAft>
              <a:buNone/>
            </a:pPr>
            <a:r>
              <a:rPr b="1" lang="en" sz="2400">
                <a:solidFill>
                  <a:srgbClr val="073763"/>
                </a:solidFill>
                <a:latin typeface="Arial"/>
                <a:ea typeface="Arial"/>
                <a:cs typeface="Arial"/>
                <a:sym typeface="Arial"/>
              </a:rPr>
              <a:t>Braves 4</a:t>
            </a:r>
            <a:r>
              <a:rPr lang="en" sz="2400">
                <a:latin typeface="Arial"/>
                <a:ea typeface="Arial"/>
                <a:cs typeface="Arial"/>
                <a:sym typeface="Arial"/>
              </a:rPr>
              <a:t>, </a:t>
            </a:r>
            <a:r>
              <a:rPr b="1" lang="en" sz="2400">
                <a:latin typeface="Arial"/>
                <a:ea typeface="Arial"/>
                <a:cs typeface="Arial"/>
                <a:sym typeface="Arial"/>
              </a:rPr>
              <a:t>Giants 3</a:t>
            </a:r>
            <a:endParaRPr b="1" sz="2400">
              <a:latin typeface="Arial"/>
              <a:ea typeface="Arial"/>
              <a:cs typeface="Arial"/>
              <a:sym typeface="Arial"/>
            </a:endParaRPr>
          </a:p>
          <a:p>
            <a:pPr indent="0" lvl="0" marL="0" rtl="0" algn="ctr">
              <a:spcBef>
                <a:spcPts val="1200"/>
              </a:spcBef>
              <a:spcAft>
                <a:spcPts val="0"/>
              </a:spcAft>
              <a:buNone/>
            </a:pPr>
            <a:r>
              <a:t/>
            </a:r>
            <a:endParaRPr b="1" sz="2400">
              <a:latin typeface="Arial"/>
              <a:ea typeface="Arial"/>
              <a:cs typeface="Arial"/>
              <a:sym typeface="Arial"/>
            </a:endParaRPr>
          </a:p>
          <a:p>
            <a:pPr indent="0" lvl="0" marL="0" rtl="0" algn="ctr">
              <a:spcBef>
                <a:spcPts val="1200"/>
              </a:spcBef>
              <a:spcAft>
                <a:spcPts val="0"/>
              </a:spcAft>
              <a:buNone/>
            </a:pPr>
            <a:r>
              <a:rPr b="1" lang="en" sz="2400">
                <a:solidFill>
                  <a:srgbClr val="000000"/>
                </a:solidFill>
                <a:latin typeface="Arial"/>
                <a:ea typeface="Arial"/>
                <a:cs typeface="Arial"/>
                <a:sym typeface="Arial"/>
              </a:rPr>
              <a:t>Corrected Score:</a:t>
            </a:r>
            <a:endParaRPr b="1" sz="2400">
              <a:solidFill>
                <a:srgbClr val="000000"/>
              </a:solidFill>
              <a:latin typeface="Arial"/>
              <a:ea typeface="Arial"/>
              <a:cs typeface="Arial"/>
              <a:sym typeface="Arial"/>
            </a:endParaRPr>
          </a:p>
          <a:p>
            <a:pPr indent="0" lvl="0" marL="0" rtl="0" algn="ctr">
              <a:spcBef>
                <a:spcPts val="1200"/>
              </a:spcBef>
              <a:spcAft>
                <a:spcPts val="1200"/>
              </a:spcAft>
              <a:buNone/>
            </a:pPr>
            <a:r>
              <a:rPr b="1" lang="en" sz="2400">
                <a:latin typeface="Arial"/>
                <a:ea typeface="Arial"/>
                <a:cs typeface="Arial"/>
                <a:sym typeface="Arial"/>
              </a:rPr>
              <a:t>Braves 4.6</a:t>
            </a:r>
            <a:r>
              <a:rPr lang="en" sz="2400">
                <a:latin typeface="Arial"/>
                <a:ea typeface="Arial"/>
                <a:cs typeface="Arial"/>
                <a:sym typeface="Arial"/>
              </a:rPr>
              <a:t>, </a:t>
            </a:r>
            <a:r>
              <a:rPr b="1" lang="en" sz="2400">
                <a:solidFill>
                  <a:schemeClr val="accent3"/>
                </a:solidFill>
                <a:latin typeface="Arial"/>
                <a:ea typeface="Arial"/>
                <a:cs typeface="Arial"/>
                <a:sym typeface="Arial"/>
              </a:rPr>
              <a:t>Giants 4.7</a:t>
            </a:r>
            <a:endParaRPr b="1" sz="2400">
              <a:solidFill>
                <a:schemeClr val="accent3"/>
              </a:solidFill>
              <a:latin typeface="Arial"/>
              <a:ea typeface="Arial"/>
              <a:cs typeface="Arial"/>
              <a:sym typeface="Arial"/>
            </a:endParaRPr>
          </a:p>
        </p:txBody>
      </p:sp>
      <p:pic>
        <p:nvPicPr>
          <p:cNvPr id="344" name="Google Shape;344;p43"/>
          <p:cNvPicPr preferRelativeResize="0"/>
          <p:nvPr/>
        </p:nvPicPr>
        <p:blipFill rotWithShape="1">
          <a:blip r:embed="rId3">
            <a:alphaModFix/>
          </a:blip>
          <a:srcRect b="0" l="0" r="0" t="0"/>
          <a:stretch/>
        </p:blipFill>
        <p:spPr>
          <a:xfrm>
            <a:off x="8036725" y="4407694"/>
            <a:ext cx="1107281" cy="735806"/>
          </a:xfrm>
          <a:prstGeom prst="rect">
            <a:avLst/>
          </a:prstGeom>
          <a:noFill/>
          <a:ln>
            <a:noFill/>
          </a:ln>
        </p:spPr>
      </p:pic>
      <p:pic>
        <p:nvPicPr>
          <p:cNvPr id="345" name="Google Shape;345;p43"/>
          <p:cNvPicPr preferRelativeResize="0"/>
          <p:nvPr/>
        </p:nvPicPr>
        <p:blipFill>
          <a:blip r:embed="rId4">
            <a:alphaModFix/>
          </a:blip>
          <a:stretch>
            <a:fillRect/>
          </a:stretch>
        </p:blipFill>
        <p:spPr>
          <a:xfrm>
            <a:off x="516375" y="1017725"/>
            <a:ext cx="2172371" cy="3909499"/>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9" name="Shape 349"/>
        <p:cNvGrpSpPr/>
        <p:nvPr/>
      </p:nvGrpSpPr>
      <p:grpSpPr>
        <a:xfrm>
          <a:off x="0" y="0"/>
          <a:ext cx="0" cy="0"/>
          <a:chOff x="0" y="0"/>
          <a:chExt cx="0" cy="0"/>
        </a:xfrm>
      </p:grpSpPr>
      <p:sp>
        <p:nvSpPr>
          <p:cNvPr id="350" name="Google Shape;350;p4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Yankees vs. Brewers</a:t>
            </a:r>
            <a:endParaRPr/>
          </a:p>
        </p:txBody>
      </p:sp>
      <p:sp>
        <p:nvSpPr>
          <p:cNvPr id="351" name="Google Shape;351;p44"/>
          <p:cNvSpPr txBox="1"/>
          <p:nvPr>
            <p:ph idx="1" type="body"/>
          </p:nvPr>
        </p:nvSpPr>
        <p:spPr>
          <a:xfrm>
            <a:off x="1379550" y="1161375"/>
            <a:ext cx="8520600" cy="34164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b="1" lang="en" sz="2400">
                <a:solidFill>
                  <a:srgbClr val="000000"/>
                </a:solidFill>
                <a:latin typeface="Arial"/>
                <a:ea typeface="Arial"/>
                <a:cs typeface="Arial"/>
                <a:sym typeface="Arial"/>
              </a:rPr>
              <a:t>Original Score:</a:t>
            </a:r>
            <a:endParaRPr b="1" sz="2400">
              <a:solidFill>
                <a:srgbClr val="000000"/>
              </a:solidFill>
              <a:latin typeface="Arial"/>
              <a:ea typeface="Arial"/>
              <a:cs typeface="Arial"/>
              <a:sym typeface="Arial"/>
            </a:endParaRPr>
          </a:p>
          <a:p>
            <a:pPr indent="0" lvl="0" marL="0" rtl="0" algn="ctr">
              <a:spcBef>
                <a:spcPts val="1200"/>
              </a:spcBef>
              <a:spcAft>
                <a:spcPts val="0"/>
              </a:spcAft>
              <a:buNone/>
            </a:pPr>
            <a:r>
              <a:rPr b="1" lang="en" sz="2400">
                <a:solidFill>
                  <a:srgbClr val="BF9000"/>
                </a:solidFill>
                <a:latin typeface="Arial"/>
                <a:ea typeface="Arial"/>
                <a:cs typeface="Arial"/>
                <a:sym typeface="Arial"/>
              </a:rPr>
              <a:t>Brewers 7</a:t>
            </a:r>
            <a:r>
              <a:rPr b="1" lang="en" sz="2400">
                <a:latin typeface="Arial"/>
                <a:ea typeface="Arial"/>
                <a:cs typeface="Arial"/>
                <a:sym typeface="Arial"/>
              </a:rPr>
              <a:t>, Yankees 6</a:t>
            </a:r>
            <a:endParaRPr b="1" sz="2400">
              <a:latin typeface="Arial"/>
              <a:ea typeface="Arial"/>
              <a:cs typeface="Arial"/>
              <a:sym typeface="Arial"/>
            </a:endParaRPr>
          </a:p>
          <a:p>
            <a:pPr indent="0" lvl="0" marL="0" rtl="0" algn="ctr">
              <a:spcBef>
                <a:spcPts val="1200"/>
              </a:spcBef>
              <a:spcAft>
                <a:spcPts val="0"/>
              </a:spcAft>
              <a:buNone/>
            </a:pPr>
            <a:r>
              <a:t/>
            </a:r>
            <a:endParaRPr b="1" sz="2400">
              <a:latin typeface="Arial"/>
              <a:ea typeface="Arial"/>
              <a:cs typeface="Arial"/>
              <a:sym typeface="Arial"/>
            </a:endParaRPr>
          </a:p>
          <a:p>
            <a:pPr indent="0" lvl="0" marL="0" rtl="0" algn="ctr">
              <a:spcBef>
                <a:spcPts val="1200"/>
              </a:spcBef>
              <a:spcAft>
                <a:spcPts val="0"/>
              </a:spcAft>
              <a:buNone/>
            </a:pPr>
            <a:r>
              <a:rPr b="1" lang="en" sz="2400">
                <a:solidFill>
                  <a:srgbClr val="000000"/>
                </a:solidFill>
                <a:latin typeface="Arial"/>
                <a:ea typeface="Arial"/>
                <a:cs typeface="Arial"/>
                <a:sym typeface="Arial"/>
              </a:rPr>
              <a:t>Corrected Score:</a:t>
            </a:r>
            <a:endParaRPr b="1" sz="2400">
              <a:solidFill>
                <a:srgbClr val="000000"/>
              </a:solidFill>
              <a:latin typeface="Arial"/>
              <a:ea typeface="Arial"/>
              <a:cs typeface="Arial"/>
              <a:sym typeface="Arial"/>
            </a:endParaRPr>
          </a:p>
          <a:p>
            <a:pPr indent="0" lvl="0" marL="0" rtl="0" algn="ctr">
              <a:spcBef>
                <a:spcPts val="1200"/>
              </a:spcBef>
              <a:spcAft>
                <a:spcPts val="0"/>
              </a:spcAft>
              <a:buNone/>
            </a:pPr>
            <a:r>
              <a:rPr b="1" lang="en" sz="2400">
                <a:latin typeface="Arial"/>
                <a:ea typeface="Arial"/>
                <a:cs typeface="Arial"/>
                <a:sym typeface="Arial"/>
              </a:rPr>
              <a:t>Brewers 2.8</a:t>
            </a:r>
            <a:r>
              <a:rPr lang="en" sz="2400">
                <a:latin typeface="Arial"/>
                <a:ea typeface="Arial"/>
                <a:cs typeface="Arial"/>
                <a:sym typeface="Arial"/>
              </a:rPr>
              <a:t>, </a:t>
            </a:r>
            <a:r>
              <a:rPr b="1" lang="en" sz="2400">
                <a:solidFill>
                  <a:srgbClr val="1C4587"/>
                </a:solidFill>
                <a:latin typeface="Arial"/>
                <a:ea typeface="Arial"/>
                <a:cs typeface="Arial"/>
                <a:sym typeface="Arial"/>
              </a:rPr>
              <a:t>Yankees 7.7</a:t>
            </a:r>
            <a:endParaRPr b="1" sz="2400">
              <a:solidFill>
                <a:srgbClr val="1C4587"/>
              </a:solidFill>
              <a:latin typeface="Arial"/>
              <a:ea typeface="Arial"/>
              <a:cs typeface="Arial"/>
              <a:sym typeface="Arial"/>
            </a:endParaRPr>
          </a:p>
          <a:p>
            <a:pPr indent="0" lvl="0" marL="0" rtl="0" algn="l">
              <a:spcBef>
                <a:spcPts val="1200"/>
              </a:spcBef>
              <a:spcAft>
                <a:spcPts val="1200"/>
              </a:spcAft>
              <a:buNone/>
            </a:pPr>
            <a:r>
              <a:t/>
            </a:r>
            <a:endParaRPr/>
          </a:p>
        </p:txBody>
      </p:sp>
      <p:pic>
        <p:nvPicPr>
          <p:cNvPr id="352" name="Google Shape;352;p44"/>
          <p:cNvPicPr preferRelativeResize="0"/>
          <p:nvPr/>
        </p:nvPicPr>
        <p:blipFill rotWithShape="1">
          <a:blip r:embed="rId3">
            <a:alphaModFix/>
          </a:blip>
          <a:srcRect b="0" l="0" r="0" t="0"/>
          <a:stretch/>
        </p:blipFill>
        <p:spPr>
          <a:xfrm>
            <a:off x="8036725" y="4407694"/>
            <a:ext cx="1107281" cy="735806"/>
          </a:xfrm>
          <a:prstGeom prst="rect">
            <a:avLst/>
          </a:prstGeom>
          <a:noFill/>
          <a:ln>
            <a:noFill/>
          </a:ln>
        </p:spPr>
      </p:pic>
      <p:pic>
        <p:nvPicPr>
          <p:cNvPr id="353" name="Google Shape;353;p44"/>
          <p:cNvPicPr preferRelativeResize="0"/>
          <p:nvPr/>
        </p:nvPicPr>
        <p:blipFill>
          <a:blip r:embed="rId4">
            <a:alphaModFix/>
          </a:blip>
          <a:stretch>
            <a:fillRect/>
          </a:stretch>
        </p:blipFill>
        <p:spPr>
          <a:xfrm>
            <a:off x="502600" y="1017725"/>
            <a:ext cx="2166524" cy="3899023"/>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7" name="Shape 357"/>
        <p:cNvGrpSpPr/>
        <p:nvPr/>
      </p:nvGrpSpPr>
      <p:grpSpPr>
        <a:xfrm>
          <a:off x="0" y="0"/>
          <a:ext cx="0" cy="0"/>
          <a:chOff x="0" y="0"/>
          <a:chExt cx="0" cy="0"/>
        </a:xfrm>
      </p:grpSpPr>
      <p:sp>
        <p:nvSpPr>
          <p:cNvPr id="358" name="Google Shape;358;p4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Conclusion</a:t>
            </a:r>
            <a:endParaRPr/>
          </a:p>
        </p:txBody>
      </p:sp>
      <p:sp>
        <p:nvSpPr>
          <p:cNvPr id="359" name="Google Shape;359;p45"/>
          <p:cNvSpPr txBox="1"/>
          <p:nvPr>
            <p:ph idx="1" type="body"/>
          </p:nvPr>
        </p:nvSpPr>
        <p:spPr>
          <a:xfrm>
            <a:off x="311700" y="1152475"/>
            <a:ext cx="8520600" cy="3866400"/>
          </a:xfrm>
          <a:prstGeom prst="rect">
            <a:avLst/>
          </a:prstGeom>
        </p:spPr>
        <p:txBody>
          <a:bodyPr anchorCtr="0" anchor="t" bIns="91425" lIns="91425" spcFirstLastPara="1" rIns="91425" wrap="square" tIns="91425">
            <a:normAutofit fontScale="40000" lnSpcReduction="20000"/>
          </a:bodyPr>
          <a:lstStyle/>
          <a:p>
            <a:pPr indent="-368300" lvl="0" marL="457200" rtl="0" algn="l">
              <a:lnSpc>
                <a:spcPct val="170000"/>
              </a:lnSpc>
              <a:spcBef>
                <a:spcPts val="0"/>
              </a:spcBef>
              <a:spcAft>
                <a:spcPts val="0"/>
              </a:spcAft>
              <a:buSzPct val="100000"/>
              <a:buFont typeface="Times New Roman"/>
              <a:buChar char="●"/>
            </a:pPr>
            <a:r>
              <a:rPr lang="en" sz="5500">
                <a:latin typeface="Times New Roman"/>
                <a:ea typeface="Times New Roman"/>
                <a:cs typeface="Times New Roman"/>
                <a:sym typeface="Times New Roman"/>
              </a:rPr>
              <a:t>Our method a</a:t>
            </a:r>
            <a:r>
              <a:rPr lang="en" sz="5500">
                <a:latin typeface="Times New Roman"/>
                <a:ea typeface="Times New Roman"/>
                <a:cs typeface="Times New Roman"/>
                <a:sym typeface="Times New Roman"/>
              </a:rPr>
              <a:t>ccounts for hitter performance in specific game situations for each team instead of calculating general run expectancy</a:t>
            </a:r>
            <a:endParaRPr sz="5500">
              <a:latin typeface="Times New Roman"/>
              <a:ea typeface="Times New Roman"/>
              <a:cs typeface="Times New Roman"/>
              <a:sym typeface="Times New Roman"/>
            </a:endParaRPr>
          </a:p>
          <a:p>
            <a:pPr indent="-368300" lvl="0" marL="457200" rtl="0" algn="l">
              <a:lnSpc>
                <a:spcPct val="170000"/>
              </a:lnSpc>
              <a:spcBef>
                <a:spcPts val="0"/>
              </a:spcBef>
              <a:spcAft>
                <a:spcPts val="0"/>
              </a:spcAft>
              <a:buSzPct val="100000"/>
              <a:buFont typeface="Times New Roman"/>
              <a:buChar char="●"/>
            </a:pPr>
            <a:r>
              <a:rPr lang="en" sz="5500">
                <a:latin typeface="Times New Roman"/>
                <a:ea typeface="Times New Roman"/>
                <a:cs typeface="Times New Roman"/>
                <a:sym typeface="Times New Roman"/>
              </a:rPr>
              <a:t>We adjust the expected runs to account for pitchers ability, unlike UmpScorecards which assumes average pitching</a:t>
            </a:r>
            <a:endParaRPr sz="5500">
              <a:latin typeface="Times New Roman"/>
              <a:ea typeface="Times New Roman"/>
              <a:cs typeface="Times New Roman"/>
              <a:sym typeface="Times New Roman"/>
            </a:endParaRPr>
          </a:p>
          <a:p>
            <a:pPr indent="-368300" lvl="0" marL="457200" rtl="0" algn="l">
              <a:lnSpc>
                <a:spcPct val="170000"/>
              </a:lnSpc>
              <a:spcBef>
                <a:spcPts val="0"/>
              </a:spcBef>
              <a:spcAft>
                <a:spcPts val="0"/>
              </a:spcAft>
              <a:buSzPct val="100000"/>
              <a:buFont typeface="Times New Roman"/>
              <a:buChar char="●"/>
            </a:pPr>
            <a:r>
              <a:rPr lang="en" sz="5500">
                <a:latin typeface="Times New Roman"/>
                <a:ea typeface="Times New Roman"/>
                <a:cs typeface="Times New Roman"/>
                <a:sym typeface="Times New Roman"/>
              </a:rPr>
              <a:t>UmpScorecards grades the performance of the ump, our method is focused on a potential altered game outcome</a:t>
            </a:r>
            <a:endParaRPr sz="5500">
              <a:latin typeface="Times New Roman"/>
              <a:ea typeface="Times New Roman"/>
              <a:cs typeface="Times New Roman"/>
              <a:sym typeface="Times New Roman"/>
            </a:endParaRPr>
          </a:p>
          <a:p>
            <a:pPr indent="0" lvl="0" marL="0" rtl="0" algn="l">
              <a:lnSpc>
                <a:spcPct val="150000"/>
              </a:lnSpc>
              <a:spcBef>
                <a:spcPts val="0"/>
              </a:spcBef>
              <a:spcAft>
                <a:spcPts val="0"/>
              </a:spcAft>
              <a:buNone/>
            </a:pPr>
            <a:r>
              <a:t/>
            </a:r>
            <a:endParaRPr sz="2200">
              <a:solidFill>
                <a:srgbClr val="244266"/>
              </a:solidFill>
              <a:latin typeface="Times New Roman"/>
              <a:ea typeface="Times New Roman"/>
              <a:cs typeface="Times New Roman"/>
              <a:sym typeface="Times New Roman"/>
            </a:endParaRPr>
          </a:p>
          <a:p>
            <a:pPr indent="0" lvl="0" marL="0" rtl="0" algn="l">
              <a:spcBef>
                <a:spcPts val="1600"/>
              </a:spcBef>
              <a:spcAft>
                <a:spcPts val="1200"/>
              </a:spcAft>
              <a:buNone/>
            </a:pPr>
            <a:r>
              <a:t/>
            </a:r>
            <a:endParaRPr/>
          </a:p>
        </p:txBody>
      </p:sp>
      <p:pic>
        <p:nvPicPr>
          <p:cNvPr id="360" name="Google Shape;360;p45"/>
          <p:cNvPicPr preferRelativeResize="0"/>
          <p:nvPr/>
        </p:nvPicPr>
        <p:blipFill rotWithShape="1">
          <a:blip r:embed="rId3">
            <a:alphaModFix/>
          </a:blip>
          <a:srcRect b="0" l="0" r="0" t="0"/>
          <a:stretch/>
        </p:blipFill>
        <p:spPr>
          <a:xfrm>
            <a:off x="8036725" y="4407694"/>
            <a:ext cx="1107281" cy="735806"/>
          </a:xfrm>
          <a:prstGeom prst="rect">
            <a:avLst/>
          </a:prstGeom>
          <a:noFill/>
          <a:ln>
            <a:noFill/>
          </a:ln>
        </p:spPr>
      </p:pic>
      <p:pic>
        <p:nvPicPr>
          <p:cNvPr id="361" name="Google Shape;361;p45"/>
          <p:cNvPicPr preferRelativeResize="0"/>
          <p:nvPr/>
        </p:nvPicPr>
        <p:blipFill rotWithShape="1">
          <a:blip r:embed="rId3">
            <a:alphaModFix/>
          </a:blip>
          <a:srcRect b="0" l="0" r="0" t="0"/>
          <a:stretch/>
        </p:blipFill>
        <p:spPr>
          <a:xfrm>
            <a:off x="8036725" y="4407694"/>
            <a:ext cx="1107281" cy="735806"/>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5" name="Shape 365"/>
        <p:cNvGrpSpPr/>
        <p:nvPr/>
      </p:nvGrpSpPr>
      <p:grpSpPr>
        <a:xfrm>
          <a:off x="0" y="0"/>
          <a:ext cx="0" cy="0"/>
          <a:chOff x="0" y="0"/>
          <a:chExt cx="0" cy="0"/>
        </a:xfrm>
      </p:grpSpPr>
      <p:sp>
        <p:nvSpPr>
          <p:cNvPr id="366" name="Google Shape;366;p4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Other Ideas Considered</a:t>
            </a:r>
            <a:endParaRPr/>
          </a:p>
        </p:txBody>
      </p:sp>
      <p:sp>
        <p:nvSpPr>
          <p:cNvPr id="367" name="Google Shape;367;p4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68300" lvl="0" marL="457200" rtl="0" algn="l">
              <a:spcBef>
                <a:spcPts val="0"/>
              </a:spcBef>
              <a:spcAft>
                <a:spcPts val="0"/>
              </a:spcAft>
              <a:buSzPts val="2200"/>
              <a:buFont typeface="Times New Roman"/>
              <a:buChar char="●"/>
            </a:pPr>
            <a:r>
              <a:rPr lang="en" sz="2200">
                <a:latin typeface="Times New Roman"/>
                <a:ea typeface="Times New Roman"/>
                <a:cs typeface="Times New Roman"/>
                <a:sym typeface="Times New Roman"/>
              </a:rPr>
              <a:t>Simulating the game from the start</a:t>
            </a:r>
            <a:endParaRPr sz="2200">
              <a:latin typeface="Times New Roman"/>
              <a:ea typeface="Times New Roman"/>
              <a:cs typeface="Times New Roman"/>
              <a:sym typeface="Times New Roman"/>
            </a:endParaRPr>
          </a:p>
          <a:p>
            <a:pPr indent="-368300" lvl="0" marL="457200" rtl="0" algn="l">
              <a:spcBef>
                <a:spcPts val="0"/>
              </a:spcBef>
              <a:spcAft>
                <a:spcPts val="0"/>
              </a:spcAft>
              <a:buSzPts val="2200"/>
              <a:buFont typeface="Times New Roman"/>
              <a:buChar char="●"/>
            </a:pPr>
            <a:r>
              <a:rPr lang="en" sz="2200">
                <a:latin typeface="Times New Roman"/>
                <a:ea typeface="Times New Roman"/>
                <a:cs typeface="Times New Roman"/>
                <a:sym typeface="Times New Roman"/>
              </a:rPr>
              <a:t>Simulating game from the first error onward</a:t>
            </a:r>
            <a:endParaRPr sz="2200">
              <a:latin typeface="Times New Roman"/>
              <a:ea typeface="Times New Roman"/>
              <a:cs typeface="Times New Roman"/>
              <a:sym typeface="Times New Roman"/>
            </a:endParaRPr>
          </a:p>
          <a:p>
            <a:pPr indent="-368300" lvl="0" marL="457200" rtl="0" algn="l">
              <a:spcBef>
                <a:spcPts val="0"/>
              </a:spcBef>
              <a:spcAft>
                <a:spcPts val="0"/>
              </a:spcAft>
              <a:buSzPts val="2200"/>
              <a:buFont typeface="Times New Roman"/>
              <a:buChar char="●"/>
            </a:pPr>
            <a:r>
              <a:rPr lang="en" sz="2200">
                <a:latin typeface="Times New Roman"/>
                <a:ea typeface="Times New Roman"/>
                <a:cs typeface="Times New Roman"/>
                <a:sym typeface="Times New Roman"/>
              </a:rPr>
              <a:t>Using run expectancy difference (similar to UmpScorecards)</a:t>
            </a:r>
            <a:endParaRPr sz="2200">
              <a:latin typeface="Times New Roman"/>
              <a:ea typeface="Times New Roman"/>
              <a:cs typeface="Times New Roman"/>
              <a:sym typeface="Times New Roman"/>
            </a:endParaRPr>
          </a:p>
          <a:p>
            <a:pPr indent="-368300" lvl="1" marL="914400" rtl="0" algn="l">
              <a:spcBef>
                <a:spcPts val="0"/>
              </a:spcBef>
              <a:spcAft>
                <a:spcPts val="0"/>
              </a:spcAft>
              <a:buSzPts val="2200"/>
              <a:buFont typeface="Times New Roman"/>
              <a:buChar char="○"/>
            </a:pPr>
            <a:r>
              <a:rPr lang="en" sz="2200">
                <a:latin typeface="Times New Roman"/>
                <a:ea typeface="Times New Roman"/>
                <a:cs typeface="Times New Roman"/>
                <a:sym typeface="Times New Roman"/>
              </a:rPr>
              <a:t>Good for grading umpires, bad for </a:t>
            </a:r>
            <a:r>
              <a:rPr lang="en" sz="2200">
                <a:latin typeface="Times New Roman"/>
                <a:ea typeface="Times New Roman"/>
                <a:cs typeface="Times New Roman"/>
                <a:sym typeface="Times New Roman"/>
              </a:rPr>
              <a:t>rewriting</a:t>
            </a:r>
            <a:r>
              <a:rPr lang="en" sz="2200">
                <a:latin typeface="Times New Roman"/>
                <a:ea typeface="Times New Roman"/>
                <a:cs typeface="Times New Roman"/>
                <a:sym typeface="Times New Roman"/>
              </a:rPr>
              <a:t> game outcome</a:t>
            </a:r>
            <a:endParaRPr sz="2200">
              <a:latin typeface="Times New Roman"/>
              <a:ea typeface="Times New Roman"/>
              <a:cs typeface="Times New Roman"/>
              <a:sym typeface="Times New Roman"/>
            </a:endParaRPr>
          </a:p>
          <a:p>
            <a:pPr indent="0" lvl="0" marL="457200" rtl="0" algn="l">
              <a:spcBef>
                <a:spcPts val="1200"/>
              </a:spcBef>
              <a:spcAft>
                <a:spcPts val="1200"/>
              </a:spcAft>
              <a:buNone/>
            </a:pPr>
            <a:r>
              <a:t/>
            </a:r>
            <a:endParaRPr sz="2200">
              <a:solidFill>
                <a:srgbClr val="000000"/>
              </a:solidFill>
              <a:latin typeface="Times New Roman"/>
              <a:ea typeface="Times New Roman"/>
              <a:cs typeface="Times New Roman"/>
              <a:sym typeface="Times New Roman"/>
            </a:endParaRPr>
          </a:p>
        </p:txBody>
      </p:sp>
      <p:pic>
        <p:nvPicPr>
          <p:cNvPr descr="Aaron Hicks' RBI walk | 04/05/2021 | MLB.com" id="368" name="Google Shape;368;p46"/>
          <p:cNvPicPr preferRelativeResize="0"/>
          <p:nvPr/>
        </p:nvPicPr>
        <p:blipFill>
          <a:blip r:embed="rId3">
            <a:alphaModFix/>
          </a:blip>
          <a:stretch>
            <a:fillRect/>
          </a:stretch>
        </p:blipFill>
        <p:spPr>
          <a:xfrm>
            <a:off x="311700" y="2874548"/>
            <a:ext cx="3733176" cy="2099925"/>
          </a:xfrm>
          <a:prstGeom prst="rect">
            <a:avLst/>
          </a:prstGeom>
          <a:noFill/>
          <a:ln>
            <a:noFill/>
          </a:ln>
        </p:spPr>
      </p:pic>
      <p:pic>
        <p:nvPicPr>
          <p:cNvPr descr="Brewers trade Kolten Wong to Mariners for Jesse Winker and Abraham Toro -  Brew Crew Ball" id="369" name="Google Shape;369;p46"/>
          <p:cNvPicPr preferRelativeResize="0"/>
          <p:nvPr/>
        </p:nvPicPr>
        <p:blipFill>
          <a:blip r:embed="rId4">
            <a:alphaModFix/>
          </a:blip>
          <a:stretch>
            <a:fillRect/>
          </a:stretch>
        </p:blipFill>
        <p:spPr>
          <a:xfrm>
            <a:off x="4793100" y="2874550"/>
            <a:ext cx="3149898" cy="2099925"/>
          </a:xfrm>
          <a:prstGeom prst="rect">
            <a:avLst/>
          </a:prstGeom>
          <a:noFill/>
          <a:ln>
            <a:noFill/>
          </a:ln>
        </p:spPr>
      </p:pic>
      <p:pic>
        <p:nvPicPr>
          <p:cNvPr id="370" name="Google Shape;370;p46"/>
          <p:cNvPicPr preferRelativeResize="0"/>
          <p:nvPr/>
        </p:nvPicPr>
        <p:blipFill rotWithShape="1">
          <a:blip r:embed="rId5">
            <a:alphaModFix/>
          </a:blip>
          <a:srcRect b="0" l="0" r="0" t="0"/>
          <a:stretch/>
        </p:blipFill>
        <p:spPr>
          <a:xfrm>
            <a:off x="8036725" y="4407694"/>
            <a:ext cx="1107281" cy="735806"/>
          </a:xfrm>
          <a:prstGeom prst="rect">
            <a:avLst/>
          </a:prstGeom>
          <a:noFill/>
          <a:ln>
            <a:noFill/>
          </a:ln>
        </p:spPr>
      </p:pic>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4" name="Shape 374"/>
        <p:cNvGrpSpPr/>
        <p:nvPr/>
      </p:nvGrpSpPr>
      <p:grpSpPr>
        <a:xfrm>
          <a:off x="0" y="0"/>
          <a:ext cx="0" cy="0"/>
          <a:chOff x="0" y="0"/>
          <a:chExt cx="0" cy="0"/>
        </a:xfrm>
      </p:grpSpPr>
      <p:sp>
        <p:nvSpPr>
          <p:cNvPr id="375" name="Google Shape;375;p4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Sources of Error</a:t>
            </a:r>
            <a:endParaRPr/>
          </a:p>
        </p:txBody>
      </p:sp>
      <p:sp>
        <p:nvSpPr>
          <p:cNvPr id="376" name="Google Shape;376;p47"/>
          <p:cNvSpPr txBox="1"/>
          <p:nvPr>
            <p:ph idx="1" type="body"/>
          </p:nvPr>
        </p:nvSpPr>
        <p:spPr>
          <a:xfrm>
            <a:off x="311700" y="1085075"/>
            <a:ext cx="8520600" cy="4058400"/>
          </a:xfrm>
          <a:prstGeom prst="rect">
            <a:avLst/>
          </a:prstGeom>
        </p:spPr>
        <p:txBody>
          <a:bodyPr anchorCtr="0" anchor="t" bIns="91425" lIns="91425" spcFirstLastPara="1" rIns="91425" wrap="square" tIns="91425">
            <a:noAutofit/>
          </a:bodyPr>
          <a:lstStyle/>
          <a:p>
            <a:pPr indent="-368300" lvl="0" marL="457200" rtl="0" algn="l">
              <a:spcBef>
                <a:spcPts val="0"/>
              </a:spcBef>
              <a:spcAft>
                <a:spcPts val="0"/>
              </a:spcAft>
              <a:buSzPts val="2200"/>
              <a:buFont typeface="Times New Roman"/>
              <a:buChar char="●"/>
            </a:pPr>
            <a:r>
              <a:rPr lang="en" sz="2200">
                <a:latin typeface="Times New Roman"/>
                <a:ea typeface="Times New Roman"/>
                <a:cs typeface="Times New Roman"/>
                <a:sym typeface="Times New Roman"/>
              </a:rPr>
              <a:t>Used 2021 data, not </a:t>
            </a:r>
            <a:r>
              <a:rPr lang="en" sz="2200">
                <a:latin typeface="Times New Roman"/>
                <a:ea typeface="Times New Roman"/>
                <a:cs typeface="Times New Roman"/>
                <a:sym typeface="Times New Roman"/>
              </a:rPr>
              <a:t>necessarily</a:t>
            </a:r>
            <a:r>
              <a:rPr lang="en" sz="2200">
                <a:latin typeface="Times New Roman"/>
                <a:ea typeface="Times New Roman"/>
                <a:cs typeface="Times New Roman"/>
                <a:sym typeface="Times New Roman"/>
              </a:rPr>
              <a:t> indicative of 2022 performance</a:t>
            </a:r>
            <a:endParaRPr sz="2200">
              <a:latin typeface="Times New Roman"/>
              <a:ea typeface="Times New Roman"/>
              <a:cs typeface="Times New Roman"/>
              <a:sym typeface="Times New Roman"/>
            </a:endParaRPr>
          </a:p>
          <a:p>
            <a:pPr indent="-368300" lvl="0" marL="457200" rtl="0" algn="l">
              <a:spcBef>
                <a:spcPts val="0"/>
              </a:spcBef>
              <a:spcAft>
                <a:spcPts val="0"/>
              </a:spcAft>
              <a:buSzPts val="2200"/>
              <a:buFont typeface="Times New Roman"/>
              <a:buChar char="●"/>
            </a:pPr>
            <a:r>
              <a:rPr lang="en" sz="2200">
                <a:latin typeface="Times New Roman"/>
                <a:ea typeface="Times New Roman"/>
                <a:cs typeface="Times New Roman"/>
                <a:sym typeface="Times New Roman"/>
              </a:rPr>
              <a:t>Quantifying two mistakes in one inning is difficult because second mistake may not happen if first one didn’t happen</a:t>
            </a:r>
            <a:endParaRPr sz="2200">
              <a:latin typeface="Times New Roman"/>
              <a:ea typeface="Times New Roman"/>
              <a:cs typeface="Times New Roman"/>
              <a:sym typeface="Times New Roman"/>
            </a:endParaRPr>
          </a:p>
          <a:p>
            <a:pPr indent="-368300" lvl="0" marL="457200" rtl="0" algn="l">
              <a:spcBef>
                <a:spcPts val="0"/>
              </a:spcBef>
              <a:spcAft>
                <a:spcPts val="0"/>
              </a:spcAft>
              <a:buSzPts val="2200"/>
              <a:buFont typeface="Times New Roman"/>
              <a:buChar char="●"/>
            </a:pPr>
            <a:r>
              <a:rPr lang="en" sz="2200">
                <a:latin typeface="Times New Roman"/>
                <a:ea typeface="Times New Roman"/>
                <a:cs typeface="Times New Roman"/>
                <a:sym typeface="Times New Roman"/>
              </a:rPr>
              <a:t>Corrected calls may change batting order in future innings, which was not accounted for</a:t>
            </a:r>
            <a:endParaRPr sz="2200">
              <a:latin typeface="Times New Roman"/>
              <a:ea typeface="Times New Roman"/>
              <a:cs typeface="Times New Roman"/>
              <a:sym typeface="Times New Roman"/>
            </a:endParaRPr>
          </a:p>
          <a:p>
            <a:pPr indent="-368300" lvl="0" marL="457200" rtl="0" algn="l">
              <a:spcBef>
                <a:spcPts val="0"/>
              </a:spcBef>
              <a:spcAft>
                <a:spcPts val="0"/>
              </a:spcAft>
              <a:buSzPts val="2200"/>
              <a:buFont typeface="Times New Roman"/>
              <a:buChar char="●"/>
            </a:pPr>
            <a:r>
              <a:rPr lang="en" sz="2200">
                <a:latin typeface="Times New Roman"/>
                <a:ea typeface="Times New Roman"/>
                <a:cs typeface="Times New Roman"/>
                <a:sym typeface="Times New Roman"/>
              </a:rPr>
              <a:t>Player comparisons may not be perfect (especially count specific stats)</a:t>
            </a:r>
            <a:endParaRPr sz="2200">
              <a:latin typeface="Times New Roman"/>
              <a:ea typeface="Times New Roman"/>
              <a:cs typeface="Times New Roman"/>
              <a:sym typeface="Times New Roman"/>
            </a:endParaRPr>
          </a:p>
          <a:p>
            <a:pPr indent="-368300" lvl="0" marL="457200" rtl="0" algn="l">
              <a:spcBef>
                <a:spcPts val="0"/>
              </a:spcBef>
              <a:spcAft>
                <a:spcPts val="0"/>
              </a:spcAft>
              <a:buSzPts val="2200"/>
              <a:buFont typeface="Times New Roman"/>
              <a:buChar char="●"/>
            </a:pPr>
            <a:r>
              <a:rPr lang="en" sz="2200">
                <a:latin typeface="Times New Roman"/>
                <a:ea typeface="Times New Roman"/>
                <a:cs typeface="Times New Roman"/>
                <a:sym typeface="Times New Roman"/>
              </a:rPr>
              <a:t>Didn’t use specific counts for pitchers</a:t>
            </a:r>
            <a:endParaRPr sz="2200">
              <a:latin typeface="Times New Roman"/>
              <a:ea typeface="Times New Roman"/>
              <a:cs typeface="Times New Roman"/>
              <a:sym typeface="Times New Roman"/>
            </a:endParaRPr>
          </a:p>
          <a:p>
            <a:pPr indent="-368300" lvl="0" marL="457200" rtl="0" algn="l">
              <a:spcBef>
                <a:spcPts val="0"/>
              </a:spcBef>
              <a:spcAft>
                <a:spcPts val="0"/>
              </a:spcAft>
              <a:buSzPts val="2200"/>
              <a:buFont typeface="Times New Roman"/>
              <a:buChar char="●"/>
            </a:pPr>
            <a:r>
              <a:rPr lang="en" sz="2200">
                <a:latin typeface="Times New Roman"/>
                <a:ea typeface="Times New Roman"/>
                <a:cs typeface="Times New Roman"/>
                <a:sym typeface="Times New Roman"/>
              </a:rPr>
              <a:t>Matchups were not considered</a:t>
            </a:r>
            <a:endParaRPr sz="2200">
              <a:latin typeface="Times New Roman"/>
              <a:ea typeface="Times New Roman"/>
              <a:cs typeface="Times New Roman"/>
              <a:sym typeface="Times New Roman"/>
            </a:endParaRPr>
          </a:p>
          <a:p>
            <a:pPr indent="-368300" lvl="0" marL="457200" rtl="0" algn="l">
              <a:spcBef>
                <a:spcPts val="0"/>
              </a:spcBef>
              <a:spcAft>
                <a:spcPts val="0"/>
              </a:spcAft>
              <a:buSzPts val="2200"/>
              <a:buFont typeface="Times New Roman"/>
              <a:buChar char="●"/>
            </a:pPr>
            <a:r>
              <a:rPr lang="en" sz="2200">
                <a:latin typeface="Times New Roman"/>
                <a:ea typeface="Times New Roman"/>
                <a:cs typeface="Times New Roman"/>
                <a:sym typeface="Times New Roman"/>
              </a:rPr>
              <a:t>Count specific stats sometimes have small sample size</a:t>
            </a:r>
            <a:endParaRPr sz="2200">
              <a:latin typeface="Times New Roman"/>
              <a:ea typeface="Times New Roman"/>
              <a:cs typeface="Times New Roman"/>
              <a:sym typeface="Times New Roman"/>
            </a:endParaRPr>
          </a:p>
        </p:txBody>
      </p:sp>
      <p:pic>
        <p:nvPicPr>
          <p:cNvPr id="377" name="Google Shape;377;p47"/>
          <p:cNvPicPr preferRelativeResize="0"/>
          <p:nvPr/>
        </p:nvPicPr>
        <p:blipFill rotWithShape="1">
          <a:blip r:embed="rId3">
            <a:alphaModFix/>
          </a:blip>
          <a:srcRect b="0" l="0" r="0" t="0"/>
          <a:stretch/>
        </p:blipFill>
        <p:spPr>
          <a:xfrm>
            <a:off x="8036725" y="4407694"/>
            <a:ext cx="1107281" cy="735806"/>
          </a:xfrm>
          <a:prstGeom prst="rect">
            <a:avLst/>
          </a:prstGeom>
          <a:noFill/>
          <a:ln>
            <a:noFill/>
          </a:ln>
        </p:spPr>
      </p:pic>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1" name="Shape 381"/>
        <p:cNvGrpSpPr/>
        <p:nvPr/>
      </p:nvGrpSpPr>
      <p:grpSpPr>
        <a:xfrm>
          <a:off x="0" y="0"/>
          <a:ext cx="0" cy="0"/>
          <a:chOff x="0" y="0"/>
          <a:chExt cx="0" cy="0"/>
        </a:xfrm>
      </p:grpSpPr>
      <p:sp>
        <p:nvSpPr>
          <p:cNvPr id="382" name="Google Shape;382;p4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References</a:t>
            </a:r>
            <a:endParaRPr/>
          </a:p>
        </p:txBody>
      </p:sp>
      <p:sp>
        <p:nvSpPr>
          <p:cNvPr id="383" name="Google Shape;383;p48"/>
          <p:cNvSpPr txBox="1"/>
          <p:nvPr>
            <p:ph idx="1" type="body"/>
          </p:nvPr>
        </p:nvSpPr>
        <p:spPr>
          <a:xfrm>
            <a:off x="311700" y="1017725"/>
            <a:ext cx="7661700" cy="4053900"/>
          </a:xfrm>
          <a:prstGeom prst="rect">
            <a:avLst/>
          </a:prstGeom>
          <a:ln>
            <a:noFill/>
          </a:ln>
        </p:spPr>
        <p:txBody>
          <a:bodyPr anchorCtr="0" anchor="t" bIns="91425" lIns="91425" spcFirstLastPara="1" rIns="91425" wrap="square" tIns="91425">
            <a:noAutofit/>
          </a:bodyPr>
          <a:lstStyle/>
          <a:p>
            <a:pPr indent="-355600" lvl="0" marL="457200" rtl="0" algn="l">
              <a:lnSpc>
                <a:spcPct val="115000"/>
              </a:lnSpc>
              <a:spcBef>
                <a:spcPts val="0"/>
              </a:spcBef>
              <a:spcAft>
                <a:spcPts val="0"/>
              </a:spcAft>
              <a:buClr>
                <a:schemeClr val="dk2"/>
              </a:buClr>
              <a:buSzPts val="2000"/>
              <a:buFont typeface="Times New Roman"/>
              <a:buChar char="●"/>
            </a:pPr>
            <a:r>
              <a:rPr lang="en" sz="2000">
                <a:latin typeface="Times New Roman"/>
                <a:ea typeface="Times New Roman"/>
                <a:cs typeface="Times New Roman"/>
                <a:sym typeface="Times New Roman"/>
              </a:rPr>
              <a:t>FanGraphs</a:t>
            </a:r>
            <a:endParaRPr sz="2000">
              <a:latin typeface="Times New Roman"/>
              <a:ea typeface="Times New Roman"/>
              <a:cs typeface="Times New Roman"/>
              <a:sym typeface="Times New Roman"/>
            </a:endParaRPr>
          </a:p>
          <a:p>
            <a:pPr indent="-355600" lvl="0" marL="457200" rtl="0" algn="l">
              <a:lnSpc>
                <a:spcPct val="115000"/>
              </a:lnSpc>
              <a:spcBef>
                <a:spcPts val="0"/>
              </a:spcBef>
              <a:spcAft>
                <a:spcPts val="0"/>
              </a:spcAft>
              <a:buClr>
                <a:schemeClr val="dk2"/>
              </a:buClr>
              <a:buSzPts val="2000"/>
              <a:buFont typeface="Times New Roman"/>
              <a:buChar char="●"/>
            </a:pPr>
            <a:r>
              <a:rPr lang="en" sz="2000">
                <a:latin typeface="Times New Roman"/>
                <a:ea typeface="Times New Roman"/>
                <a:cs typeface="Times New Roman"/>
                <a:sym typeface="Times New Roman"/>
              </a:rPr>
              <a:t>Baseball Savant</a:t>
            </a:r>
            <a:endParaRPr sz="2000">
              <a:latin typeface="Times New Roman"/>
              <a:ea typeface="Times New Roman"/>
              <a:cs typeface="Times New Roman"/>
              <a:sym typeface="Times New Roman"/>
            </a:endParaRPr>
          </a:p>
          <a:p>
            <a:pPr indent="-355600" lvl="0" marL="457200" rtl="0" algn="l">
              <a:lnSpc>
                <a:spcPct val="115000"/>
              </a:lnSpc>
              <a:spcBef>
                <a:spcPts val="0"/>
              </a:spcBef>
              <a:spcAft>
                <a:spcPts val="0"/>
              </a:spcAft>
              <a:buClr>
                <a:schemeClr val="dk2"/>
              </a:buClr>
              <a:buSzPts val="2000"/>
              <a:buFont typeface="Times New Roman"/>
              <a:buChar char="●"/>
            </a:pPr>
            <a:r>
              <a:rPr lang="en" sz="2000">
                <a:latin typeface="Times New Roman"/>
                <a:ea typeface="Times New Roman"/>
                <a:cs typeface="Times New Roman"/>
                <a:sym typeface="Times New Roman"/>
              </a:rPr>
              <a:t>Baseball Reference </a:t>
            </a:r>
            <a:endParaRPr sz="2000">
              <a:latin typeface="Times New Roman"/>
              <a:ea typeface="Times New Roman"/>
              <a:cs typeface="Times New Roman"/>
              <a:sym typeface="Times New Roman"/>
            </a:endParaRPr>
          </a:p>
          <a:p>
            <a:pPr indent="-355600" lvl="0" marL="457200" rtl="0" algn="l">
              <a:lnSpc>
                <a:spcPct val="115000"/>
              </a:lnSpc>
              <a:spcBef>
                <a:spcPts val="0"/>
              </a:spcBef>
              <a:spcAft>
                <a:spcPts val="0"/>
              </a:spcAft>
              <a:buClr>
                <a:schemeClr val="dk2"/>
              </a:buClr>
              <a:buSzPts val="2000"/>
              <a:buFont typeface="Times New Roman"/>
              <a:buChar char="●"/>
            </a:pPr>
            <a:r>
              <a:rPr lang="en" sz="2000">
                <a:latin typeface="Times New Roman"/>
                <a:ea typeface="Times New Roman"/>
                <a:cs typeface="Times New Roman"/>
                <a:sym typeface="Times New Roman"/>
              </a:rPr>
              <a:t>UmpScorecards</a:t>
            </a:r>
            <a:endParaRPr sz="2000">
              <a:latin typeface="Times New Roman"/>
              <a:ea typeface="Times New Roman"/>
              <a:cs typeface="Times New Roman"/>
              <a:sym typeface="Times New Roman"/>
            </a:endParaRPr>
          </a:p>
          <a:p>
            <a:pPr indent="0" lvl="0" marL="0" rtl="0" algn="l">
              <a:lnSpc>
                <a:spcPct val="115000"/>
              </a:lnSpc>
              <a:spcBef>
                <a:spcPts val="1600"/>
              </a:spcBef>
              <a:spcAft>
                <a:spcPts val="0"/>
              </a:spcAft>
              <a:buNone/>
            </a:pPr>
            <a:r>
              <a:rPr lang="en" sz="2000">
                <a:latin typeface="Times New Roman"/>
                <a:ea typeface="Times New Roman"/>
                <a:cs typeface="Times New Roman"/>
                <a:sym typeface="Times New Roman"/>
              </a:rPr>
              <a:t>Numbers used in simulation:</a:t>
            </a:r>
            <a:endParaRPr sz="2000">
              <a:latin typeface="Times New Roman"/>
              <a:ea typeface="Times New Roman"/>
              <a:cs typeface="Times New Roman"/>
              <a:sym typeface="Times New Roman"/>
            </a:endParaRPr>
          </a:p>
          <a:p>
            <a:pPr indent="-355600" lvl="0" marL="457200" rtl="0" algn="l">
              <a:lnSpc>
                <a:spcPct val="115000"/>
              </a:lnSpc>
              <a:spcBef>
                <a:spcPts val="1600"/>
              </a:spcBef>
              <a:spcAft>
                <a:spcPts val="0"/>
              </a:spcAft>
              <a:buClr>
                <a:schemeClr val="dk2"/>
              </a:buClr>
              <a:buSzPts val="2000"/>
              <a:buFont typeface="Times New Roman"/>
              <a:buChar char="●"/>
            </a:pPr>
            <a:r>
              <a:rPr lang="en" sz="2000">
                <a:latin typeface="Times New Roman"/>
                <a:ea typeface="Times New Roman"/>
                <a:cs typeface="Times New Roman"/>
                <a:sym typeface="Times New Roman"/>
              </a:rPr>
              <a:t>Percentage of runners that score from first on doubles ~40% and percentage of runners that score from second on single ~60% via Beyond The Box Score </a:t>
            </a:r>
            <a:endParaRPr sz="2000">
              <a:latin typeface="Times New Roman"/>
              <a:ea typeface="Times New Roman"/>
              <a:cs typeface="Times New Roman"/>
              <a:sym typeface="Times New Roman"/>
            </a:endParaRPr>
          </a:p>
          <a:p>
            <a:pPr indent="-355600" lvl="0" marL="457200" rtl="0" algn="l">
              <a:lnSpc>
                <a:spcPct val="115000"/>
              </a:lnSpc>
              <a:spcBef>
                <a:spcPts val="0"/>
              </a:spcBef>
              <a:spcAft>
                <a:spcPts val="0"/>
              </a:spcAft>
              <a:buClr>
                <a:schemeClr val="dk2"/>
              </a:buClr>
              <a:buSzPts val="2000"/>
              <a:buFont typeface="Times New Roman"/>
              <a:buChar char="●"/>
            </a:pPr>
            <a:r>
              <a:rPr lang="en" sz="2000">
                <a:latin typeface="Times New Roman"/>
                <a:ea typeface="Times New Roman"/>
                <a:cs typeface="Times New Roman"/>
                <a:sym typeface="Times New Roman"/>
              </a:rPr>
              <a:t>Percentage of balls in play that turn into double plays (in double play situations) ~8.87% via Baseball Savant</a:t>
            </a:r>
            <a:endParaRPr sz="2000">
              <a:latin typeface="Times New Roman"/>
              <a:ea typeface="Times New Roman"/>
              <a:cs typeface="Times New Roman"/>
              <a:sym typeface="Times New Roman"/>
            </a:endParaRPr>
          </a:p>
          <a:p>
            <a:pPr indent="0" lvl="0" marL="0" rtl="0" algn="l">
              <a:spcBef>
                <a:spcPts val="1200"/>
              </a:spcBef>
              <a:spcAft>
                <a:spcPts val="0"/>
              </a:spcAft>
              <a:buNone/>
            </a:pPr>
            <a:r>
              <a:t/>
            </a:r>
            <a:endParaRPr sz="2200">
              <a:solidFill>
                <a:srgbClr val="000000"/>
              </a:solidFill>
              <a:latin typeface="Times New Roman"/>
              <a:ea typeface="Times New Roman"/>
              <a:cs typeface="Times New Roman"/>
              <a:sym typeface="Times New Roman"/>
            </a:endParaRPr>
          </a:p>
          <a:p>
            <a:pPr indent="0" lvl="0" marL="0" rtl="0" algn="l">
              <a:spcBef>
                <a:spcPts val="1200"/>
              </a:spcBef>
              <a:spcAft>
                <a:spcPts val="1200"/>
              </a:spcAft>
              <a:buNone/>
            </a:pPr>
            <a:r>
              <a:t/>
            </a:r>
            <a:endParaRPr sz="2200">
              <a:solidFill>
                <a:srgbClr val="000000"/>
              </a:solidFill>
              <a:latin typeface="Times New Roman"/>
              <a:ea typeface="Times New Roman"/>
              <a:cs typeface="Times New Roman"/>
              <a:sym typeface="Times New Roman"/>
            </a:endParaRPr>
          </a:p>
        </p:txBody>
      </p:sp>
      <p:pic>
        <p:nvPicPr>
          <p:cNvPr id="384" name="Google Shape;384;p48"/>
          <p:cNvPicPr preferRelativeResize="0"/>
          <p:nvPr/>
        </p:nvPicPr>
        <p:blipFill rotWithShape="1">
          <a:blip r:embed="rId3">
            <a:alphaModFix/>
          </a:blip>
          <a:srcRect b="0" l="0" r="0" t="0"/>
          <a:stretch/>
        </p:blipFill>
        <p:spPr>
          <a:xfrm>
            <a:off x="5141575" y="326375"/>
            <a:ext cx="3617912" cy="1949450"/>
          </a:xfrm>
          <a:prstGeom prst="rect">
            <a:avLst/>
          </a:prstGeom>
          <a:noFill/>
          <a:ln>
            <a:noFill/>
          </a:ln>
        </p:spPr>
      </p:pic>
      <p:pic>
        <p:nvPicPr>
          <p:cNvPr id="385" name="Google Shape;385;p48"/>
          <p:cNvPicPr preferRelativeResize="0"/>
          <p:nvPr/>
        </p:nvPicPr>
        <p:blipFill rotWithShape="1">
          <a:blip r:embed="rId4">
            <a:alphaModFix/>
          </a:blip>
          <a:srcRect b="0" l="0" r="0" t="0"/>
          <a:stretch/>
        </p:blipFill>
        <p:spPr>
          <a:xfrm>
            <a:off x="8036725" y="4407694"/>
            <a:ext cx="1107281" cy="735806"/>
          </a:xfrm>
          <a:prstGeom prst="rect">
            <a:avLst/>
          </a:prstGeom>
          <a:noFill/>
          <a:ln>
            <a:noFill/>
          </a:ln>
        </p:spPr>
      </p:pic>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9" name="Shape 389"/>
        <p:cNvGrpSpPr/>
        <p:nvPr/>
      </p:nvGrpSpPr>
      <p:grpSpPr>
        <a:xfrm>
          <a:off x="0" y="0"/>
          <a:ext cx="0" cy="0"/>
          <a:chOff x="0" y="0"/>
          <a:chExt cx="0" cy="0"/>
        </a:xfrm>
      </p:grpSpPr>
      <p:sp>
        <p:nvSpPr>
          <p:cNvPr id="390" name="Google Shape;390;p4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Questions?</a:t>
            </a:r>
            <a:endParaRPr/>
          </a:p>
        </p:txBody>
      </p:sp>
      <p:pic>
        <p:nvPicPr>
          <p:cNvPr descr="MLB | 2018 August Ejections ᴴᴰ - YouTube" id="391" name="Google Shape;391;p49"/>
          <p:cNvPicPr preferRelativeResize="0"/>
          <p:nvPr/>
        </p:nvPicPr>
        <p:blipFill>
          <a:blip r:embed="rId3">
            <a:alphaModFix/>
          </a:blip>
          <a:stretch>
            <a:fillRect/>
          </a:stretch>
        </p:blipFill>
        <p:spPr>
          <a:xfrm>
            <a:off x="1343488" y="1152475"/>
            <a:ext cx="6457025" cy="3632075"/>
          </a:xfrm>
          <a:prstGeom prst="rect">
            <a:avLst/>
          </a:prstGeom>
          <a:noFill/>
          <a:ln>
            <a:noFill/>
          </a:ln>
        </p:spPr>
      </p:pic>
      <p:pic>
        <p:nvPicPr>
          <p:cNvPr id="392" name="Google Shape;392;p49"/>
          <p:cNvPicPr preferRelativeResize="0"/>
          <p:nvPr/>
        </p:nvPicPr>
        <p:blipFill rotWithShape="1">
          <a:blip r:embed="rId4">
            <a:alphaModFix/>
          </a:blip>
          <a:srcRect b="0" l="0" r="0" t="0"/>
          <a:stretch/>
        </p:blipFill>
        <p:spPr>
          <a:xfrm>
            <a:off x="8036725" y="4407694"/>
            <a:ext cx="1107281" cy="735806"/>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Gameday">
  <a:themeElements>
    <a:clrScheme name="Gameday">
      <a:dk1>
        <a:srgbClr val="4285F4"/>
      </a:dk1>
      <a:lt1>
        <a:srgbClr val="FFFFFF"/>
      </a:lt1>
      <a:dk2>
        <a:srgbClr val="666666"/>
      </a:dk2>
      <a:lt2>
        <a:srgbClr val="D9D9D9"/>
      </a:lt2>
      <a:accent1>
        <a:srgbClr val="455A64"/>
      </a:accent1>
      <a:accent2>
        <a:srgbClr val="607D8B"/>
      </a:accent2>
      <a:accent3>
        <a:srgbClr val="FF5722"/>
      </a:accent3>
      <a:accent4>
        <a:srgbClr val="D84315"/>
      </a:accent4>
      <a:accent5>
        <a:srgbClr val="1C3AA9"/>
      </a:accent5>
      <a:accent6>
        <a:srgbClr val="FFAB40"/>
      </a:accent6>
      <a:hlink>
        <a:srgbClr val="1C3AA9"/>
      </a:hlink>
      <a:folHlink>
        <a:srgbClr val="1C3AA9"/>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